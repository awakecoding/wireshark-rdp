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2" r:id="rId2"/>
    <p:sldMasterId id="2147483704" r:id="rId3"/>
    <p:sldMasterId id="2147483684" r:id="rId4"/>
    <p:sldMasterId id="2147483660" r:id="rId5"/>
    <p:sldMasterId id="2147483696" r:id="rId6"/>
  </p:sldMasterIdLst>
  <p:notesMasterIdLst>
    <p:notesMasterId r:id="rId68"/>
  </p:notesMasterIdLst>
  <p:sldIdLst>
    <p:sldId id="262" r:id="rId7"/>
    <p:sldId id="291" r:id="rId8"/>
    <p:sldId id="264" r:id="rId9"/>
    <p:sldId id="265" r:id="rId10"/>
    <p:sldId id="266" r:id="rId11"/>
    <p:sldId id="267" r:id="rId12"/>
    <p:sldId id="268" r:id="rId13"/>
    <p:sldId id="269" r:id="rId14"/>
    <p:sldId id="290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9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2" r:id="rId36"/>
    <p:sldId id="293" r:id="rId37"/>
    <p:sldId id="296" r:id="rId38"/>
    <p:sldId id="294" r:id="rId39"/>
    <p:sldId id="297" r:id="rId40"/>
    <p:sldId id="295" r:id="rId41"/>
    <p:sldId id="298" r:id="rId42"/>
    <p:sldId id="300" r:id="rId43"/>
    <p:sldId id="299" r:id="rId44"/>
    <p:sldId id="302" r:id="rId45"/>
    <p:sldId id="304" r:id="rId46"/>
    <p:sldId id="306" r:id="rId47"/>
    <p:sldId id="307" r:id="rId48"/>
    <p:sldId id="303" r:id="rId49"/>
    <p:sldId id="305" r:id="rId50"/>
    <p:sldId id="308" r:id="rId51"/>
    <p:sldId id="310" r:id="rId52"/>
    <p:sldId id="311" r:id="rId53"/>
    <p:sldId id="312" r:id="rId54"/>
    <p:sldId id="313" r:id="rId55"/>
    <p:sldId id="314" r:id="rId56"/>
    <p:sldId id="316" r:id="rId57"/>
    <p:sldId id="315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01" r:id="rId66"/>
    <p:sldId id="261" r:id="rId6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F0666C3-4FCE-4159-BF65-CA7AD4BECBD2}">
          <p14:sldIdLst>
            <p14:sldId id="262"/>
          </p14:sldIdLst>
        </p14:section>
        <p14:section name="Survol" id="{2E60BE7E-FA62-4258-871C-2092B882C814}">
          <p14:sldIdLst>
            <p14:sldId id="291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apture locale" id="{4B6EA241-ECE4-486F-BEA8-4DBA4D3CD7AD}">
          <p14:sldIdLst>
            <p14:sldId id="290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apture à distance" id="{9F33A034-840E-4556-A5FE-560941FD1F39}">
          <p14:sldIdLst>
            <p14:sldId id="289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Démo" id="{D8EB088D-11CA-43CF-9717-3519737667B4}">
          <p14:sldIdLst>
            <p14:sldId id="288"/>
            <p14:sldId id="292"/>
            <p14:sldId id="293"/>
            <p14:sldId id="296"/>
            <p14:sldId id="294"/>
            <p14:sldId id="297"/>
            <p14:sldId id="295"/>
            <p14:sldId id="298"/>
            <p14:sldId id="300"/>
            <p14:sldId id="299"/>
          </p14:sldIdLst>
        </p14:section>
        <p14:section name="Spécifications de protocole" id="{9A383DF5-36CE-4103-8854-4FA58B567901}">
          <p14:sldIdLst>
            <p14:sldId id="302"/>
            <p14:sldId id="304"/>
            <p14:sldId id="306"/>
            <p14:sldId id="307"/>
            <p14:sldId id="303"/>
            <p14:sldId id="305"/>
          </p14:sldIdLst>
        </p14:section>
        <p14:section name="Analyse dans ChatGPT" id="{4AD6F8FC-7B93-45F3-8823-1D528DD1FE78}">
          <p14:sldIdLst>
            <p14:sldId id="308"/>
            <p14:sldId id="310"/>
            <p14:sldId id="311"/>
            <p14:sldId id="312"/>
            <p14:sldId id="313"/>
            <p14:sldId id="314"/>
            <p14:sldId id="316"/>
            <p14:sldId id="315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Questions" id="{F64A22E9-7304-441A-A74B-9E0B39DDFE20}">
          <p14:sldIdLst>
            <p14:sldId id="301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A062C5-361A-4F32-B648-285AADCDD1BF}" v="28" dt="2025-05-30T16:18:29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47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-André Moreau" userId="d5052b6c-3fb4-48de-8d13-16e608076a66" providerId="ADAL" clId="{F0A062C5-361A-4F32-B648-285AADCDD1BF}"/>
    <pc:docChg chg="undo custSel addSld delSld modSld sldOrd addSection delSection modSection">
      <pc:chgData name="Marc-André Moreau" userId="d5052b6c-3fb4-48de-8d13-16e608076a66" providerId="ADAL" clId="{F0A062C5-361A-4F32-B648-285AADCDD1BF}" dt="2025-06-02T01:42:20.156" v="18956" actId="113"/>
      <pc:docMkLst>
        <pc:docMk/>
      </pc:docMkLst>
      <pc:sldChg chg="modSp del mod">
        <pc:chgData name="Marc-André Moreau" userId="d5052b6c-3fb4-48de-8d13-16e608076a66" providerId="ADAL" clId="{F0A062C5-361A-4F32-B648-285AADCDD1BF}" dt="2025-06-02T01:41:46.397" v="18882" actId="2696"/>
        <pc:sldMkLst>
          <pc:docMk/>
          <pc:sldMk cId="3431637037" sldId="258"/>
        </pc:sldMkLst>
      </pc:sldChg>
      <pc:sldChg chg="modSp del mod">
        <pc:chgData name="Marc-André Moreau" userId="d5052b6c-3fb4-48de-8d13-16e608076a66" providerId="ADAL" clId="{F0A062C5-361A-4F32-B648-285AADCDD1BF}" dt="2025-06-02T01:41:48.428" v="18883" actId="2696"/>
        <pc:sldMkLst>
          <pc:docMk/>
          <pc:sldMk cId="2813501526" sldId="259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2813501526" sldId="259"/>
            <ac:spMk id="2" creationId="{4DAC1F4D-80AB-70FA-DB3E-6BD272AC1140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2813501526" sldId="259"/>
            <ac:spMk id="3" creationId="{BA6881A3-BBC3-F38E-5C17-F65260D41E13}"/>
          </ac:spMkLst>
        </pc:spChg>
      </pc:sldChg>
      <pc:sldChg chg="modSp del mod">
        <pc:chgData name="Marc-André Moreau" userId="d5052b6c-3fb4-48de-8d13-16e608076a66" providerId="ADAL" clId="{F0A062C5-361A-4F32-B648-285AADCDD1BF}" dt="2025-06-02T01:41:50.456" v="18884" actId="2696"/>
        <pc:sldMkLst>
          <pc:docMk/>
          <pc:sldMk cId="3167944639" sldId="260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167944639" sldId="260"/>
            <ac:spMk id="2" creationId="{86CE0552-B572-C859-AA20-C30EE5AA362F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167944639" sldId="260"/>
            <ac:spMk id="3" creationId="{2741FBE5-B2F4-1560-DC78-9B1159F75282}"/>
          </ac:spMkLst>
        </pc:spChg>
      </pc:sldChg>
      <pc:sldChg chg="modSp mod ord">
        <pc:chgData name="Marc-André Moreau" userId="d5052b6c-3fb4-48de-8d13-16e608076a66" providerId="ADAL" clId="{F0A062C5-361A-4F32-B648-285AADCDD1BF}" dt="2025-06-02T01:41:37.569" v="18880"/>
        <pc:sldMkLst>
          <pc:docMk/>
          <pc:sldMk cId="2834818634" sldId="261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2834818634" sldId="261"/>
            <ac:spMk id="2" creationId="{7797B6EC-5A3A-AB18-B3A5-F282324357AD}"/>
          </ac:spMkLst>
        </pc:spChg>
      </pc:sldChg>
      <pc:sldChg chg="addSp delSp modSp mod">
        <pc:chgData name="Marc-André Moreau" userId="d5052b6c-3fb4-48de-8d13-16e608076a66" providerId="ADAL" clId="{F0A062C5-361A-4F32-B648-285AADCDD1BF}" dt="2025-06-02T01:42:20.156" v="18956" actId="113"/>
        <pc:sldMkLst>
          <pc:docMk/>
          <pc:sldMk cId="3354557417" sldId="262"/>
        </pc:sldMkLst>
        <pc:spChg chg="mod">
          <ac:chgData name="Marc-André Moreau" userId="d5052b6c-3fb4-48de-8d13-16e608076a66" providerId="ADAL" clId="{F0A062C5-361A-4F32-B648-285AADCDD1BF}" dt="2025-04-23T19:11:20.895" v="11830" actId="255"/>
          <ac:spMkLst>
            <pc:docMk/>
            <pc:sldMk cId="3354557417" sldId="262"/>
            <ac:spMk id="2" creationId="{660522AA-1D58-007A-0308-9B2DF9729447}"/>
          </ac:spMkLst>
        </pc:spChg>
        <pc:spChg chg="add del mod">
          <ac:chgData name="Marc-André Moreau" userId="d5052b6c-3fb4-48de-8d13-16e608076a66" providerId="ADAL" clId="{F0A062C5-361A-4F32-B648-285AADCDD1BF}" dt="2025-06-02T01:42:20.156" v="18956" actId="113"/>
          <ac:spMkLst>
            <pc:docMk/>
            <pc:sldMk cId="3354557417" sldId="262"/>
            <ac:spMk id="3" creationId="{A73884B6-2FA0-5A17-0CEE-5D0606DD8264}"/>
          </ac:spMkLst>
        </pc:spChg>
      </pc:sldChg>
      <pc:sldChg chg="modSp del mod">
        <pc:chgData name="Marc-André Moreau" userId="d5052b6c-3fb4-48de-8d13-16e608076a66" providerId="ADAL" clId="{F0A062C5-361A-4F32-B648-285AADCDD1BF}" dt="2025-06-02T01:41:43.539" v="18881" actId="2696"/>
        <pc:sldMkLst>
          <pc:docMk/>
          <pc:sldMk cId="1121293688" sldId="263"/>
        </pc:sldMkLst>
      </pc:sldChg>
      <pc:sldChg chg="modSp add mod ord">
        <pc:chgData name="Marc-André Moreau" userId="d5052b6c-3fb4-48de-8d13-16e608076a66" providerId="ADAL" clId="{F0A062C5-361A-4F32-B648-285AADCDD1BF}" dt="2025-04-22T17:18:50.293" v="5831" actId="790"/>
        <pc:sldMkLst>
          <pc:docMk/>
          <pc:sldMk cId="3765997807" sldId="264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765997807" sldId="264"/>
            <ac:spMk id="2" creationId="{7F9530CB-F014-A578-8769-503A49125E0D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765997807" sldId="264"/>
            <ac:spMk id="3" creationId="{E2545EFB-59AB-C512-B804-285881C25C3A}"/>
          </ac:spMkLst>
        </pc:spChg>
      </pc:sldChg>
      <pc:sldChg chg="modSp add mod">
        <pc:chgData name="Marc-André Moreau" userId="d5052b6c-3fb4-48de-8d13-16e608076a66" providerId="ADAL" clId="{F0A062C5-361A-4F32-B648-285AADCDD1BF}" dt="2025-04-22T17:25:59.797" v="6291" actId="255"/>
        <pc:sldMkLst>
          <pc:docMk/>
          <pc:sldMk cId="3789361264" sldId="265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789361264" sldId="265"/>
            <ac:spMk id="2" creationId="{C1911DE2-FDD0-5FAD-EB8D-A729565A8AAE}"/>
          </ac:spMkLst>
        </pc:spChg>
        <pc:spChg chg="mod">
          <ac:chgData name="Marc-André Moreau" userId="d5052b6c-3fb4-48de-8d13-16e608076a66" providerId="ADAL" clId="{F0A062C5-361A-4F32-B648-285AADCDD1BF}" dt="2025-04-22T17:25:59.797" v="6291" actId="255"/>
          <ac:spMkLst>
            <pc:docMk/>
            <pc:sldMk cId="3789361264" sldId="265"/>
            <ac:spMk id="3" creationId="{BA1912B9-0E83-AA3B-4141-3CC393E47547}"/>
          </ac:spMkLst>
        </pc:spChg>
      </pc:sldChg>
      <pc:sldChg chg="modSp add mod">
        <pc:chgData name="Marc-André Moreau" userId="d5052b6c-3fb4-48de-8d13-16e608076a66" providerId="ADAL" clId="{F0A062C5-361A-4F32-B648-285AADCDD1BF}" dt="2025-04-22T17:18:50.293" v="5831" actId="790"/>
        <pc:sldMkLst>
          <pc:docMk/>
          <pc:sldMk cId="3322813069" sldId="266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322813069" sldId="266"/>
            <ac:spMk id="2" creationId="{E085539A-E322-2C01-F0DE-7390EDAE300C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322813069" sldId="266"/>
            <ac:spMk id="3" creationId="{3A7825D5-30F1-CC88-6498-05F93EE7CC0B}"/>
          </ac:spMkLst>
        </pc:spChg>
      </pc:sldChg>
      <pc:sldChg chg="modSp add mod">
        <pc:chgData name="Marc-André Moreau" userId="d5052b6c-3fb4-48de-8d13-16e608076a66" providerId="ADAL" clId="{F0A062C5-361A-4F32-B648-285AADCDD1BF}" dt="2025-04-22T17:24:26.302" v="6288" actId="207"/>
        <pc:sldMkLst>
          <pc:docMk/>
          <pc:sldMk cId="995166360" sldId="267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995166360" sldId="267"/>
            <ac:spMk id="2" creationId="{8B8D55B4-D76D-9599-36D5-E3DC04A7643A}"/>
          </ac:spMkLst>
        </pc:spChg>
        <pc:spChg chg="mod">
          <ac:chgData name="Marc-André Moreau" userId="d5052b6c-3fb4-48de-8d13-16e608076a66" providerId="ADAL" clId="{F0A062C5-361A-4F32-B648-285AADCDD1BF}" dt="2025-04-22T17:24:26.302" v="6288" actId="207"/>
          <ac:spMkLst>
            <pc:docMk/>
            <pc:sldMk cId="995166360" sldId="267"/>
            <ac:spMk id="3" creationId="{57C3CD56-9FC3-F399-E26F-A53DB9E32FFD}"/>
          </ac:spMkLst>
        </pc:spChg>
      </pc:sldChg>
      <pc:sldChg chg="modSp add mod">
        <pc:chgData name="Marc-André Moreau" userId="d5052b6c-3fb4-48de-8d13-16e608076a66" providerId="ADAL" clId="{F0A062C5-361A-4F32-B648-285AADCDD1BF}" dt="2025-04-22T17:55:27.710" v="8400" actId="113"/>
        <pc:sldMkLst>
          <pc:docMk/>
          <pc:sldMk cId="4125585018" sldId="268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4125585018" sldId="268"/>
            <ac:spMk id="2" creationId="{1F0EB2DA-8B39-E0F9-7529-A52A90975748}"/>
          </ac:spMkLst>
        </pc:spChg>
        <pc:spChg chg="mod">
          <ac:chgData name="Marc-André Moreau" userId="d5052b6c-3fb4-48de-8d13-16e608076a66" providerId="ADAL" clId="{F0A062C5-361A-4F32-B648-285AADCDD1BF}" dt="2025-04-22T17:55:27.710" v="8400" actId="113"/>
          <ac:spMkLst>
            <pc:docMk/>
            <pc:sldMk cId="4125585018" sldId="268"/>
            <ac:spMk id="3" creationId="{1F9AB306-1097-DFC6-B9D5-A02E34B94DA2}"/>
          </ac:spMkLst>
        </pc:spChg>
      </pc:sldChg>
      <pc:sldChg chg="addSp delSp modSp add mod">
        <pc:chgData name="Marc-André Moreau" userId="d5052b6c-3fb4-48de-8d13-16e608076a66" providerId="ADAL" clId="{F0A062C5-361A-4F32-B648-285AADCDD1BF}" dt="2025-04-22T17:48:43.887" v="8166" actId="14734"/>
        <pc:sldMkLst>
          <pc:docMk/>
          <pc:sldMk cId="4096267751" sldId="269"/>
        </pc:sldMkLst>
        <pc:spChg chg="mod">
          <ac:chgData name="Marc-André Moreau" userId="d5052b6c-3fb4-48de-8d13-16e608076a66" providerId="ADAL" clId="{F0A062C5-361A-4F32-B648-285AADCDD1BF}" dt="2025-04-22T17:45:49.904" v="7604" actId="790"/>
          <ac:spMkLst>
            <pc:docMk/>
            <pc:sldMk cId="4096267751" sldId="269"/>
            <ac:spMk id="2" creationId="{C6B121DA-91E7-1A98-7AD1-10AC89159050}"/>
          </ac:spMkLst>
        </pc:spChg>
        <pc:graphicFrameChg chg="add mod modGraphic">
          <ac:chgData name="Marc-André Moreau" userId="d5052b6c-3fb4-48de-8d13-16e608076a66" providerId="ADAL" clId="{F0A062C5-361A-4F32-B648-285AADCDD1BF}" dt="2025-04-22T17:48:43.887" v="8166" actId="14734"/>
          <ac:graphicFrameMkLst>
            <pc:docMk/>
            <pc:sldMk cId="4096267751" sldId="269"/>
            <ac:graphicFrameMk id="4" creationId="{C55572B2-49CE-3148-4FA0-40DAD73FE65D}"/>
          </ac:graphicFrameMkLst>
        </pc:graphicFrameChg>
      </pc:sldChg>
      <pc:sldChg chg="addSp modSp add mod ord">
        <pc:chgData name="Marc-André Moreau" userId="d5052b6c-3fb4-48de-8d13-16e608076a66" providerId="ADAL" clId="{F0A062C5-361A-4F32-B648-285AADCDD1BF}" dt="2025-04-22T17:18:50.293" v="5831" actId="790"/>
        <pc:sldMkLst>
          <pc:docMk/>
          <pc:sldMk cId="1889165354" sldId="270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2" creationId="{3A6F4208-C1A1-63F5-8A49-3F5A5B6B133A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3" creationId="{CC2B3A33-E1D3-FDAC-CE18-D9EE98C5AA90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4" creationId="{38B76352-DE55-1F8E-D5D6-3B2388EDD0DC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7" creationId="{706DC6FC-E645-7CAF-B99F-7E2A1D929D64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8" creationId="{2D1EA53A-3A55-D829-D10D-E964DED673EE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9" creationId="{C65143D8-0BB1-EE13-EA80-9FAC312AE152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10" creationId="{903363C1-0BB1-28D6-EE76-03F4E8549692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889165354" sldId="270"/>
            <ac:spMk id="11" creationId="{C462A30F-7602-1B30-9892-05135F4DA5A2}"/>
          </ac:spMkLst>
        </pc:spChg>
        <pc:picChg chg="add mod">
          <ac:chgData name="Marc-André Moreau" userId="d5052b6c-3fb4-48de-8d13-16e608076a66" providerId="ADAL" clId="{F0A062C5-361A-4F32-B648-285AADCDD1BF}" dt="2025-04-09T19:49:30.703" v="756" actId="1076"/>
          <ac:picMkLst>
            <pc:docMk/>
            <pc:sldMk cId="1889165354" sldId="270"/>
            <ac:picMk id="12" creationId="{1D02F75B-888C-7248-599D-0409F7D7B108}"/>
          </ac:picMkLst>
        </pc:picChg>
        <pc:picChg chg="add mod">
          <ac:chgData name="Marc-André Moreau" userId="d5052b6c-3fb4-48de-8d13-16e608076a66" providerId="ADAL" clId="{F0A062C5-361A-4F32-B648-285AADCDD1BF}" dt="2025-04-09T19:49:30.703" v="756" actId="1076"/>
          <ac:picMkLst>
            <pc:docMk/>
            <pc:sldMk cId="1889165354" sldId="270"/>
            <ac:picMk id="13" creationId="{22C4319B-A445-9447-E373-F10FC1B4C3D0}"/>
          </ac:picMkLst>
        </pc:picChg>
        <pc:picChg chg="add mod">
          <ac:chgData name="Marc-André Moreau" userId="d5052b6c-3fb4-48de-8d13-16e608076a66" providerId="ADAL" clId="{F0A062C5-361A-4F32-B648-285AADCDD1BF}" dt="2025-04-09T19:49:30.703" v="756" actId="1076"/>
          <ac:picMkLst>
            <pc:docMk/>
            <pc:sldMk cId="1889165354" sldId="270"/>
            <ac:picMk id="14" creationId="{0EA7EB75-669C-4258-AF0A-B1AC409BF289}"/>
          </ac:picMkLst>
        </pc:picChg>
        <pc:picChg chg="add mod">
          <ac:chgData name="Marc-André Moreau" userId="d5052b6c-3fb4-48de-8d13-16e608076a66" providerId="ADAL" clId="{F0A062C5-361A-4F32-B648-285AADCDD1BF}" dt="2025-04-09T19:49:30.703" v="756" actId="1076"/>
          <ac:picMkLst>
            <pc:docMk/>
            <pc:sldMk cId="1889165354" sldId="270"/>
            <ac:picMk id="15" creationId="{C543C38E-3EE7-874E-A3F0-A32D8B3D700C}"/>
          </ac:picMkLst>
        </pc:picChg>
      </pc:sldChg>
      <pc:sldChg chg="addSp modSp add mod ord">
        <pc:chgData name="Marc-André Moreau" userId="d5052b6c-3fb4-48de-8d13-16e608076a66" providerId="ADAL" clId="{F0A062C5-361A-4F32-B648-285AADCDD1BF}" dt="2025-04-22T17:18:50.293" v="5831" actId="790"/>
        <pc:sldMkLst>
          <pc:docMk/>
          <pc:sldMk cId="1438943211" sldId="271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38943211" sldId="271"/>
            <ac:spMk id="2" creationId="{9F7AA726-95F3-CD84-4571-EFF4003A9430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38943211" sldId="271"/>
            <ac:spMk id="3" creationId="{15C69614-D425-9EC3-90E7-DC8E75B18B33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38943211" sldId="271"/>
            <ac:spMk id="14" creationId="{EC1E5C1B-E263-BB2D-DF8F-F06CFDC92A66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38943211" sldId="271"/>
            <ac:spMk id="15" creationId="{93CF6769-A427-AD7F-7DD3-3AF42C3CF2F6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38943211" sldId="271"/>
            <ac:spMk id="16" creationId="{500A33D5-1A22-DDB8-AE04-C1FED9BBF714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38943211" sldId="271"/>
            <ac:spMk id="17" creationId="{D3A53C53-CF03-63C9-774D-80026189B57F}"/>
          </ac:spMkLst>
        </pc:spChg>
        <pc:spChg chg="add 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38943211" sldId="271"/>
            <ac:spMk id="18" creationId="{0FBD2B2B-279A-0A98-4E68-04DFDE5B845A}"/>
          </ac:spMkLst>
        </pc:spChg>
        <pc:picChg chg="add mod">
          <ac:chgData name="Marc-André Moreau" userId="d5052b6c-3fb4-48de-8d13-16e608076a66" providerId="ADAL" clId="{F0A062C5-361A-4F32-B648-285AADCDD1BF}" dt="2025-04-09T19:56:02.191" v="1523" actId="1076"/>
          <ac:picMkLst>
            <pc:docMk/>
            <pc:sldMk cId="1438943211" sldId="271"/>
            <ac:picMk id="19" creationId="{183FD7D8-7AAB-8FE2-4DA5-AA6D4866B6A0}"/>
          </ac:picMkLst>
        </pc:picChg>
        <pc:picChg chg="add mod">
          <ac:chgData name="Marc-André Moreau" userId="d5052b6c-3fb4-48de-8d13-16e608076a66" providerId="ADAL" clId="{F0A062C5-361A-4F32-B648-285AADCDD1BF}" dt="2025-04-09T19:56:02.191" v="1523" actId="1076"/>
          <ac:picMkLst>
            <pc:docMk/>
            <pc:sldMk cId="1438943211" sldId="271"/>
            <ac:picMk id="20" creationId="{BB8A720D-556C-4855-CEAE-8F0E5B1AE2E0}"/>
          </ac:picMkLst>
        </pc:picChg>
        <pc:picChg chg="add mod">
          <ac:chgData name="Marc-André Moreau" userId="d5052b6c-3fb4-48de-8d13-16e608076a66" providerId="ADAL" clId="{F0A062C5-361A-4F32-B648-285AADCDD1BF}" dt="2025-04-09T19:56:02.191" v="1523" actId="1076"/>
          <ac:picMkLst>
            <pc:docMk/>
            <pc:sldMk cId="1438943211" sldId="271"/>
            <ac:picMk id="21" creationId="{27BE6549-077B-4D59-86A9-F2BBE3011B18}"/>
          </ac:picMkLst>
        </pc:picChg>
        <pc:picChg chg="add mod">
          <ac:chgData name="Marc-André Moreau" userId="d5052b6c-3fb4-48de-8d13-16e608076a66" providerId="ADAL" clId="{F0A062C5-361A-4F32-B648-285AADCDD1BF}" dt="2025-04-09T19:56:02.191" v="1523" actId="1076"/>
          <ac:picMkLst>
            <pc:docMk/>
            <pc:sldMk cId="1438943211" sldId="271"/>
            <ac:picMk id="22" creationId="{82CEAA94-DCDD-D98A-FCEB-9E978CB5768E}"/>
          </ac:picMkLst>
        </pc:picChg>
      </pc:sldChg>
      <pc:sldChg chg="modSp add mod ord">
        <pc:chgData name="Marc-André Moreau" userId="d5052b6c-3fb4-48de-8d13-16e608076a66" providerId="ADAL" clId="{F0A062C5-361A-4F32-B648-285AADCDD1BF}" dt="2025-04-22T17:54:35.915" v="8393" actId="255"/>
        <pc:sldMkLst>
          <pc:docMk/>
          <pc:sldMk cId="1369742844" sldId="272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369742844" sldId="272"/>
            <ac:spMk id="2" creationId="{30AAC76F-5D9B-396E-C8DD-9E9440E61E8E}"/>
          </ac:spMkLst>
        </pc:spChg>
        <pc:spChg chg="mod">
          <ac:chgData name="Marc-André Moreau" userId="d5052b6c-3fb4-48de-8d13-16e608076a66" providerId="ADAL" clId="{F0A062C5-361A-4F32-B648-285AADCDD1BF}" dt="2025-04-22T17:54:35.915" v="8393" actId="255"/>
          <ac:spMkLst>
            <pc:docMk/>
            <pc:sldMk cId="1369742844" sldId="272"/>
            <ac:spMk id="3" creationId="{56F2A5ED-2DAB-7160-BB26-C96AACB19664}"/>
          </ac:spMkLst>
        </pc:spChg>
      </pc:sldChg>
      <pc:sldChg chg="modSp add mod">
        <pc:chgData name="Marc-André Moreau" userId="d5052b6c-3fb4-48de-8d13-16e608076a66" providerId="ADAL" clId="{F0A062C5-361A-4F32-B648-285AADCDD1BF}" dt="2025-04-22T17:54:51.956" v="8396" actId="255"/>
        <pc:sldMkLst>
          <pc:docMk/>
          <pc:sldMk cId="1574620481" sldId="273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574620481" sldId="273"/>
            <ac:spMk id="2" creationId="{9D867EAF-2935-F3D0-A070-42FAD2CFF91F}"/>
          </ac:spMkLst>
        </pc:spChg>
        <pc:spChg chg="mod">
          <ac:chgData name="Marc-André Moreau" userId="d5052b6c-3fb4-48de-8d13-16e608076a66" providerId="ADAL" clId="{F0A062C5-361A-4F32-B648-285AADCDD1BF}" dt="2025-04-22T17:54:51.956" v="8396" actId="255"/>
          <ac:spMkLst>
            <pc:docMk/>
            <pc:sldMk cId="1574620481" sldId="273"/>
            <ac:spMk id="3" creationId="{31E18DDB-06D2-1D14-D51F-7E5BEA7D3C41}"/>
          </ac:spMkLst>
        </pc:spChg>
      </pc:sldChg>
      <pc:sldChg chg="modSp add mod">
        <pc:chgData name="Marc-André Moreau" userId="d5052b6c-3fb4-48de-8d13-16e608076a66" providerId="ADAL" clId="{F0A062C5-361A-4F32-B648-285AADCDD1BF}" dt="2025-04-22T17:55:08.024" v="8399" actId="255"/>
        <pc:sldMkLst>
          <pc:docMk/>
          <pc:sldMk cId="741882684" sldId="274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741882684" sldId="274"/>
            <ac:spMk id="2" creationId="{968A0D62-FA72-A583-BA9A-752A098DA78B}"/>
          </ac:spMkLst>
        </pc:spChg>
        <pc:spChg chg="mod">
          <ac:chgData name="Marc-André Moreau" userId="d5052b6c-3fb4-48de-8d13-16e608076a66" providerId="ADAL" clId="{F0A062C5-361A-4F32-B648-285AADCDD1BF}" dt="2025-04-22T17:55:08.024" v="8399" actId="255"/>
          <ac:spMkLst>
            <pc:docMk/>
            <pc:sldMk cId="741882684" sldId="274"/>
            <ac:spMk id="3" creationId="{EB1FD147-FEE3-5C68-1829-CE42C759CE12}"/>
          </ac:spMkLst>
        </pc:spChg>
      </pc:sldChg>
      <pc:sldChg chg="addSp modSp add mod">
        <pc:chgData name="Marc-André Moreau" userId="d5052b6c-3fb4-48de-8d13-16e608076a66" providerId="ADAL" clId="{F0A062C5-361A-4F32-B648-285AADCDD1BF}" dt="2025-04-22T17:18:50.293" v="5831" actId="790"/>
        <pc:sldMkLst>
          <pc:docMk/>
          <pc:sldMk cId="2300898994" sldId="275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2300898994" sldId="275"/>
            <ac:spMk id="2" creationId="{EAF419AC-C153-D5D7-4BE0-7A34D1CF8D5C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2300898994" sldId="275"/>
            <ac:spMk id="3" creationId="{A5589B5B-3188-DDC6-E426-8DE92121F00B}"/>
          </ac:spMkLst>
        </pc:spChg>
        <pc:picChg chg="add mod">
          <ac:chgData name="Marc-André Moreau" userId="d5052b6c-3fb4-48de-8d13-16e608076a66" providerId="ADAL" clId="{F0A062C5-361A-4F32-B648-285AADCDD1BF}" dt="2025-04-09T20:05:10.819" v="2701" actId="1076"/>
          <ac:picMkLst>
            <pc:docMk/>
            <pc:sldMk cId="2300898994" sldId="275"/>
            <ac:picMk id="4" creationId="{845E503A-F49D-F532-68EB-B36A0B796FFE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4-22T17:18:50.293" v="5831" actId="790"/>
        <pc:sldMkLst>
          <pc:docMk/>
          <pc:sldMk cId="1414677158" sldId="276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14677158" sldId="276"/>
            <ac:spMk id="2" creationId="{18710A21-B673-8512-C898-BD21F2B113BF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1414677158" sldId="276"/>
            <ac:spMk id="3" creationId="{B65DA5F6-BB31-3FA3-BF67-8D333E848A90}"/>
          </ac:spMkLst>
        </pc:spChg>
        <pc:picChg chg="add mod">
          <ac:chgData name="Marc-André Moreau" userId="d5052b6c-3fb4-48de-8d13-16e608076a66" providerId="ADAL" clId="{F0A062C5-361A-4F32-B648-285AADCDD1BF}" dt="2025-04-09T20:08:04.997" v="3181" actId="1076"/>
          <ac:picMkLst>
            <pc:docMk/>
            <pc:sldMk cId="1414677158" sldId="276"/>
            <ac:picMk id="5" creationId="{59538C80-1B67-E624-C0AC-70D66B627D2E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4-22T17:18:50.293" v="5831" actId="790"/>
        <pc:sldMkLst>
          <pc:docMk/>
          <pc:sldMk cId="3759818097" sldId="277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759818097" sldId="277"/>
            <ac:spMk id="2" creationId="{DB378748-9CB4-B4E7-D90C-4D32181C1CD5}"/>
          </ac:spMkLst>
        </pc:spChg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759818097" sldId="277"/>
            <ac:spMk id="3" creationId="{0493653C-E4C0-FD5B-7AD5-CEA4646B7227}"/>
          </ac:spMkLst>
        </pc:spChg>
        <pc:picChg chg="add mod">
          <ac:chgData name="Marc-André Moreau" userId="d5052b6c-3fb4-48de-8d13-16e608076a66" providerId="ADAL" clId="{F0A062C5-361A-4F32-B648-285AADCDD1BF}" dt="2025-04-09T20:10:10.420" v="3557"/>
          <ac:picMkLst>
            <pc:docMk/>
            <pc:sldMk cId="3759818097" sldId="277"/>
            <ac:picMk id="4" creationId="{6B77C682-A44F-90D6-A0A7-05A3D78C7A7E}"/>
          </ac:picMkLst>
        </pc:picChg>
      </pc:sldChg>
      <pc:sldChg chg="modSp add mod ord">
        <pc:chgData name="Marc-André Moreau" userId="d5052b6c-3fb4-48de-8d13-16e608076a66" providerId="ADAL" clId="{F0A062C5-361A-4F32-B648-285AADCDD1BF}" dt="2025-04-22T17:53:50.996" v="8390" actId="255"/>
        <pc:sldMkLst>
          <pc:docMk/>
          <pc:sldMk cId="3936593678" sldId="278"/>
        </pc:sldMkLst>
        <pc:spChg chg="mod">
          <ac:chgData name="Marc-André Moreau" userId="d5052b6c-3fb4-48de-8d13-16e608076a66" providerId="ADAL" clId="{F0A062C5-361A-4F32-B648-285AADCDD1BF}" dt="2025-04-22T17:18:50.293" v="5831" actId="790"/>
          <ac:spMkLst>
            <pc:docMk/>
            <pc:sldMk cId="3936593678" sldId="278"/>
            <ac:spMk id="2" creationId="{A8C09979-3B28-2782-382E-25DDED68BE57}"/>
          </ac:spMkLst>
        </pc:spChg>
        <pc:spChg chg="mod">
          <ac:chgData name="Marc-André Moreau" userId="d5052b6c-3fb4-48de-8d13-16e608076a66" providerId="ADAL" clId="{F0A062C5-361A-4F32-B648-285AADCDD1BF}" dt="2025-04-22T17:53:50.996" v="8390" actId="255"/>
          <ac:spMkLst>
            <pc:docMk/>
            <pc:sldMk cId="3936593678" sldId="278"/>
            <ac:spMk id="3" creationId="{695C429C-BE81-B3E8-5EB6-0174E38A2073}"/>
          </ac:spMkLst>
        </pc:spChg>
      </pc:sldChg>
      <pc:sldChg chg="addSp delSp modSp add mod ord">
        <pc:chgData name="Marc-André Moreau" userId="d5052b6c-3fb4-48de-8d13-16e608076a66" providerId="ADAL" clId="{F0A062C5-361A-4F32-B648-285AADCDD1BF}" dt="2025-04-22T17:52:50.650" v="8388" actId="1076"/>
        <pc:sldMkLst>
          <pc:docMk/>
          <pc:sldMk cId="3539197728" sldId="279"/>
        </pc:sldMkLst>
        <pc:spChg chg="mod">
          <ac:chgData name="Marc-André Moreau" userId="d5052b6c-3fb4-48de-8d13-16e608076a66" providerId="ADAL" clId="{F0A062C5-361A-4F32-B648-285AADCDD1BF}" dt="2025-04-22T17:52:28.796" v="8369" actId="790"/>
          <ac:spMkLst>
            <pc:docMk/>
            <pc:sldMk cId="3539197728" sldId="279"/>
            <ac:spMk id="2" creationId="{9E45D22F-13E5-B94D-A9BB-829C38DCCAB3}"/>
          </ac:spMkLst>
        </pc:spChg>
        <pc:spChg chg="mod">
          <ac:chgData name="Marc-André Moreau" userId="d5052b6c-3fb4-48de-8d13-16e608076a66" providerId="ADAL" clId="{F0A062C5-361A-4F32-B648-285AADCDD1BF}" dt="2025-04-22T17:52:28.796" v="8369" actId="790"/>
          <ac:spMkLst>
            <pc:docMk/>
            <pc:sldMk cId="3539197728" sldId="279"/>
            <ac:spMk id="3" creationId="{11EA0CBF-ACDD-5183-B92B-B4B197F80233}"/>
          </ac:spMkLst>
        </pc:spChg>
        <pc:spChg chg="add mod">
          <ac:chgData name="Marc-André Moreau" userId="d5052b6c-3fb4-48de-8d13-16e608076a66" providerId="ADAL" clId="{F0A062C5-361A-4F32-B648-285AADCDD1BF}" dt="2025-04-22T17:52:28.796" v="8369" actId="790"/>
          <ac:spMkLst>
            <pc:docMk/>
            <pc:sldMk cId="3539197728" sldId="279"/>
            <ac:spMk id="17" creationId="{E3F2943A-84BD-3AFF-03CA-A9E0E03D4E48}"/>
          </ac:spMkLst>
        </pc:spChg>
        <pc:spChg chg="add mod">
          <ac:chgData name="Marc-André Moreau" userId="d5052b6c-3fb4-48de-8d13-16e608076a66" providerId="ADAL" clId="{F0A062C5-361A-4F32-B648-285AADCDD1BF}" dt="2025-04-22T17:52:28.796" v="8369" actId="790"/>
          <ac:spMkLst>
            <pc:docMk/>
            <pc:sldMk cId="3539197728" sldId="279"/>
            <ac:spMk id="18" creationId="{DDC26F86-FDB2-1491-863F-280E42FE2C97}"/>
          </ac:spMkLst>
        </pc:spChg>
        <pc:spChg chg="add mod">
          <ac:chgData name="Marc-André Moreau" userId="d5052b6c-3fb4-48de-8d13-16e608076a66" providerId="ADAL" clId="{F0A062C5-361A-4F32-B648-285AADCDD1BF}" dt="2025-04-22T17:52:50.650" v="8388" actId="1076"/>
          <ac:spMkLst>
            <pc:docMk/>
            <pc:sldMk cId="3539197728" sldId="279"/>
            <ac:spMk id="20" creationId="{78884B0B-F8DF-C8EA-40AF-24B35319BA05}"/>
          </ac:spMkLst>
        </pc:spChg>
        <pc:spChg chg="add mod">
          <ac:chgData name="Marc-André Moreau" userId="d5052b6c-3fb4-48de-8d13-16e608076a66" providerId="ADAL" clId="{F0A062C5-361A-4F32-B648-285AADCDD1BF}" dt="2025-04-22T17:52:28.796" v="8369" actId="790"/>
          <ac:spMkLst>
            <pc:docMk/>
            <pc:sldMk cId="3539197728" sldId="279"/>
            <ac:spMk id="22" creationId="{B5A678DC-7986-B504-A107-335CB4177BFD}"/>
          </ac:spMkLst>
        </pc:spChg>
        <pc:spChg chg="add mod">
          <ac:chgData name="Marc-André Moreau" userId="d5052b6c-3fb4-48de-8d13-16e608076a66" providerId="ADAL" clId="{F0A062C5-361A-4F32-B648-285AADCDD1BF}" dt="2025-04-22T17:52:28.796" v="8369" actId="790"/>
          <ac:spMkLst>
            <pc:docMk/>
            <pc:sldMk cId="3539197728" sldId="279"/>
            <ac:spMk id="23" creationId="{3B6AA45B-7FDA-9F03-D542-530653A3100A}"/>
          </ac:spMkLst>
        </pc:spChg>
        <pc:picChg chg="add mod">
          <ac:chgData name="Marc-André Moreau" userId="d5052b6c-3fb4-48de-8d13-16e608076a66" providerId="ADAL" clId="{F0A062C5-361A-4F32-B648-285AADCDD1BF}" dt="2025-04-22T17:52:00.476" v="8322" actId="1076"/>
          <ac:picMkLst>
            <pc:docMk/>
            <pc:sldMk cId="3539197728" sldId="279"/>
            <ac:picMk id="19" creationId="{68E60345-062B-F6AD-61B1-CDBF83D77065}"/>
          </ac:picMkLst>
        </pc:picChg>
        <pc:picChg chg="add mod">
          <ac:chgData name="Marc-André Moreau" userId="d5052b6c-3fb4-48de-8d13-16e608076a66" providerId="ADAL" clId="{F0A062C5-361A-4F32-B648-285AADCDD1BF}" dt="2025-04-22T17:52:00.476" v="8322" actId="1076"/>
          <ac:picMkLst>
            <pc:docMk/>
            <pc:sldMk cId="3539197728" sldId="279"/>
            <ac:picMk id="21" creationId="{597E4DDB-D92C-3664-9A3D-D9FCCA9D4778}"/>
          </ac:picMkLst>
        </pc:picChg>
        <pc:picChg chg="add mod">
          <ac:chgData name="Marc-André Moreau" userId="d5052b6c-3fb4-48de-8d13-16e608076a66" providerId="ADAL" clId="{F0A062C5-361A-4F32-B648-285AADCDD1BF}" dt="2025-04-22T17:52:00.476" v="8322" actId="1076"/>
          <ac:picMkLst>
            <pc:docMk/>
            <pc:sldMk cId="3539197728" sldId="279"/>
            <ac:picMk id="24" creationId="{AA24BF1C-5C06-8157-E3F5-781F6C8CE20F}"/>
          </ac:picMkLst>
        </pc:picChg>
        <pc:cxnChg chg="add mod">
          <ac:chgData name="Marc-André Moreau" userId="d5052b6c-3fb4-48de-8d13-16e608076a66" providerId="ADAL" clId="{F0A062C5-361A-4F32-B648-285AADCDD1BF}" dt="2025-04-22T17:52:00.476" v="8322" actId="1076"/>
          <ac:cxnSpMkLst>
            <pc:docMk/>
            <pc:sldMk cId="3539197728" sldId="279"/>
            <ac:cxnSpMk id="16" creationId="{338C1416-7DD7-8ECE-EAA7-9F59E6F227E4}"/>
          </ac:cxnSpMkLst>
        </pc:cxnChg>
      </pc:sldChg>
      <pc:sldChg chg="modSp add mod ord">
        <pc:chgData name="Marc-André Moreau" userId="d5052b6c-3fb4-48de-8d13-16e608076a66" providerId="ADAL" clId="{F0A062C5-361A-4F32-B648-285AADCDD1BF}" dt="2025-04-22T18:00:41.115" v="8854"/>
        <pc:sldMkLst>
          <pc:docMk/>
          <pc:sldMk cId="4101061935" sldId="280"/>
        </pc:sldMkLst>
        <pc:spChg chg="mod">
          <ac:chgData name="Marc-André Moreau" userId="d5052b6c-3fb4-48de-8d13-16e608076a66" providerId="ADAL" clId="{F0A062C5-361A-4F32-B648-285AADCDD1BF}" dt="2025-04-22T17:56:33.341" v="8436" actId="20577"/>
          <ac:spMkLst>
            <pc:docMk/>
            <pc:sldMk cId="4101061935" sldId="280"/>
            <ac:spMk id="2" creationId="{5749232B-F57E-7EC9-00EA-B4B75D029354}"/>
          </ac:spMkLst>
        </pc:spChg>
        <pc:spChg chg="mod">
          <ac:chgData name="Marc-André Moreau" userId="d5052b6c-3fb4-48de-8d13-16e608076a66" providerId="ADAL" clId="{F0A062C5-361A-4F32-B648-285AADCDD1BF}" dt="2025-04-22T18:00:41.115" v="8854"/>
          <ac:spMkLst>
            <pc:docMk/>
            <pc:sldMk cId="4101061935" sldId="280"/>
            <ac:spMk id="3" creationId="{2CC1294C-2E8C-E81F-5B58-339B6B2130D7}"/>
          </ac:spMkLst>
        </pc:spChg>
      </pc:sldChg>
      <pc:sldChg chg="modSp add mod">
        <pc:chgData name="Marc-André Moreau" userId="d5052b6c-3fb4-48de-8d13-16e608076a66" providerId="ADAL" clId="{F0A062C5-361A-4F32-B648-285AADCDD1BF}" dt="2025-04-22T18:02:47.647" v="9150" actId="20577"/>
        <pc:sldMkLst>
          <pc:docMk/>
          <pc:sldMk cId="2252678845" sldId="281"/>
        </pc:sldMkLst>
        <pc:spChg chg="mod">
          <ac:chgData name="Marc-André Moreau" userId="d5052b6c-3fb4-48de-8d13-16e608076a66" providerId="ADAL" clId="{F0A062C5-361A-4F32-B648-285AADCDD1BF}" dt="2025-04-22T18:01:40.121" v="9057" actId="27636"/>
          <ac:spMkLst>
            <pc:docMk/>
            <pc:sldMk cId="2252678845" sldId="281"/>
            <ac:spMk id="2" creationId="{5703255F-6AC3-7221-BDA4-1F221255CFEC}"/>
          </ac:spMkLst>
        </pc:spChg>
        <pc:spChg chg="mod">
          <ac:chgData name="Marc-André Moreau" userId="d5052b6c-3fb4-48de-8d13-16e608076a66" providerId="ADAL" clId="{F0A062C5-361A-4F32-B648-285AADCDD1BF}" dt="2025-04-22T18:02:47.647" v="9150" actId="20577"/>
          <ac:spMkLst>
            <pc:docMk/>
            <pc:sldMk cId="2252678845" sldId="281"/>
            <ac:spMk id="3" creationId="{07A7D672-CF85-F62D-557E-BEAB7B0CAC7E}"/>
          </ac:spMkLst>
        </pc:spChg>
      </pc:sldChg>
      <pc:sldChg chg="modSp add mod">
        <pc:chgData name="Marc-André Moreau" userId="d5052b6c-3fb4-48de-8d13-16e608076a66" providerId="ADAL" clId="{F0A062C5-361A-4F32-B648-285AADCDD1BF}" dt="2025-04-22T18:04:53.352" v="9208"/>
        <pc:sldMkLst>
          <pc:docMk/>
          <pc:sldMk cId="3102378507" sldId="282"/>
        </pc:sldMkLst>
        <pc:spChg chg="mod">
          <ac:chgData name="Marc-André Moreau" userId="d5052b6c-3fb4-48de-8d13-16e608076a66" providerId="ADAL" clId="{F0A062C5-361A-4F32-B648-285AADCDD1BF}" dt="2025-04-22T18:03:20.165" v="9167" actId="20577"/>
          <ac:spMkLst>
            <pc:docMk/>
            <pc:sldMk cId="3102378507" sldId="282"/>
            <ac:spMk id="2" creationId="{5900ED95-52E7-3079-E1C8-34F3C308506A}"/>
          </ac:spMkLst>
        </pc:spChg>
        <pc:spChg chg="mod">
          <ac:chgData name="Marc-André Moreau" userId="d5052b6c-3fb4-48de-8d13-16e608076a66" providerId="ADAL" clId="{F0A062C5-361A-4F32-B648-285AADCDD1BF}" dt="2025-04-22T18:04:53.352" v="9208"/>
          <ac:spMkLst>
            <pc:docMk/>
            <pc:sldMk cId="3102378507" sldId="282"/>
            <ac:spMk id="3" creationId="{7949B198-BE69-F5F9-E82C-5F3B8976DD93}"/>
          </ac:spMkLst>
        </pc:spChg>
      </pc:sldChg>
      <pc:sldChg chg="modSp add mod">
        <pc:chgData name="Marc-André Moreau" userId="d5052b6c-3fb4-48de-8d13-16e608076a66" providerId="ADAL" clId="{F0A062C5-361A-4F32-B648-285AADCDD1BF}" dt="2025-04-22T18:10:29.436" v="9612" actId="255"/>
        <pc:sldMkLst>
          <pc:docMk/>
          <pc:sldMk cId="4035291253" sldId="283"/>
        </pc:sldMkLst>
        <pc:spChg chg="mod">
          <ac:chgData name="Marc-André Moreau" userId="d5052b6c-3fb4-48de-8d13-16e608076a66" providerId="ADAL" clId="{F0A062C5-361A-4F32-B648-285AADCDD1BF}" dt="2025-04-22T18:09:56.231" v="9601" actId="790"/>
          <ac:spMkLst>
            <pc:docMk/>
            <pc:sldMk cId="4035291253" sldId="283"/>
            <ac:spMk id="2" creationId="{9A4853F6-5FA9-6E35-B96B-C4C32525C54A}"/>
          </ac:spMkLst>
        </pc:spChg>
        <pc:spChg chg="mod">
          <ac:chgData name="Marc-André Moreau" userId="d5052b6c-3fb4-48de-8d13-16e608076a66" providerId="ADAL" clId="{F0A062C5-361A-4F32-B648-285AADCDD1BF}" dt="2025-04-22T18:10:29.436" v="9612" actId="255"/>
          <ac:spMkLst>
            <pc:docMk/>
            <pc:sldMk cId="4035291253" sldId="283"/>
            <ac:spMk id="3" creationId="{C79511D4-C30E-2ACA-C611-F0CE09C9EB58}"/>
          </ac:spMkLst>
        </pc:spChg>
      </pc:sldChg>
      <pc:sldChg chg="addSp modSp add mod ord">
        <pc:chgData name="Marc-André Moreau" userId="d5052b6c-3fb4-48de-8d13-16e608076a66" providerId="ADAL" clId="{F0A062C5-361A-4F32-B648-285AADCDD1BF}" dt="2025-04-22T18:27:34.474" v="10110" actId="14100"/>
        <pc:sldMkLst>
          <pc:docMk/>
          <pc:sldMk cId="920083193" sldId="284"/>
        </pc:sldMkLst>
        <pc:spChg chg="mod">
          <ac:chgData name="Marc-André Moreau" userId="d5052b6c-3fb4-48de-8d13-16e608076a66" providerId="ADAL" clId="{F0A062C5-361A-4F32-B648-285AADCDD1BF}" dt="2025-04-22T18:11:02.940" v="9669" actId="27636"/>
          <ac:spMkLst>
            <pc:docMk/>
            <pc:sldMk cId="920083193" sldId="284"/>
            <ac:spMk id="2" creationId="{E0F3739B-4D9B-0429-BE61-89BFD4F8A747}"/>
          </ac:spMkLst>
        </pc:spChg>
        <pc:spChg chg="mod">
          <ac:chgData name="Marc-André Moreau" userId="d5052b6c-3fb4-48de-8d13-16e608076a66" providerId="ADAL" clId="{F0A062C5-361A-4F32-B648-285AADCDD1BF}" dt="2025-04-22T18:27:34.474" v="10110" actId="14100"/>
          <ac:spMkLst>
            <pc:docMk/>
            <pc:sldMk cId="920083193" sldId="284"/>
            <ac:spMk id="3" creationId="{756BEFE2-E4D5-629C-CA67-988C9E563118}"/>
          </ac:spMkLst>
        </pc:spChg>
        <pc:picChg chg="add mod">
          <ac:chgData name="Marc-André Moreau" userId="d5052b6c-3fb4-48de-8d13-16e608076a66" providerId="ADAL" clId="{F0A062C5-361A-4F32-B648-285AADCDD1BF}" dt="2025-04-22T18:25:06.681" v="10007" actId="1076"/>
          <ac:picMkLst>
            <pc:docMk/>
            <pc:sldMk cId="920083193" sldId="284"/>
            <ac:picMk id="4" creationId="{C30F364C-C9BC-DC44-1073-7B40A34F6333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4-23T18:28:43.213" v="10526" actId="1076"/>
        <pc:sldMkLst>
          <pc:docMk/>
          <pc:sldMk cId="682809306" sldId="285"/>
        </pc:sldMkLst>
        <pc:spChg chg="mod">
          <ac:chgData name="Marc-André Moreau" userId="d5052b6c-3fb4-48de-8d13-16e608076a66" providerId="ADAL" clId="{F0A062C5-361A-4F32-B648-285AADCDD1BF}" dt="2025-04-23T18:26:24.994" v="10155" actId="20577"/>
          <ac:spMkLst>
            <pc:docMk/>
            <pc:sldMk cId="682809306" sldId="285"/>
            <ac:spMk id="2" creationId="{6AAD1361-2E30-0A64-E34F-0F795CD131DF}"/>
          </ac:spMkLst>
        </pc:spChg>
        <pc:spChg chg="mod">
          <ac:chgData name="Marc-André Moreau" userId="d5052b6c-3fb4-48de-8d13-16e608076a66" providerId="ADAL" clId="{F0A062C5-361A-4F32-B648-285AADCDD1BF}" dt="2025-04-23T18:28:33.547" v="10524" actId="20577"/>
          <ac:spMkLst>
            <pc:docMk/>
            <pc:sldMk cId="682809306" sldId="285"/>
            <ac:spMk id="3" creationId="{A57B20ED-DEF7-3EB5-7463-998976723C1A}"/>
          </ac:spMkLst>
        </pc:spChg>
        <pc:picChg chg="add mod">
          <ac:chgData name="Marc-André Moreau" userId="d5052b6c-3fb4-48de-8d13-16e608076a66" providerId="ADAL" clId="{F0A062C5-361A-4F32-B648-285AADCDD1BF}" dt="2025-04-23T18:28:43.213" v="10526" actId="1076"/>
          <ac:picMkLst>
            <pc:docMk/>
            <pc:sldMk cId="682809306" sldId="285"/>
            <ac:picMk id="5" creationId="{6FDE05DA-B281-16F1-3E0B-194406231731}"/>
          </ac:picMkLst>
        </pc:picChg>
        <pc:picChg chg="add mod">
          <ac:chgData name="Marc-André Moreau" userId="d5052b6c-3fb4-48de-8d13-16e608076a66" providerId="ADAL" clId="{F0A062C5-361A-4F32-B648-285AADCDD1BF}" dt="2025-04-23T18:28:43.213" v="10526" actId="1076"/>
          <ac:picMkLst>
            <pc:docMk/>
            <pc:sldMk cId="682809306" sldId="285"/>
            <ac:picMk id="6" creationId="{23D4DD0E-37B4-4D26-3B88-7DF64329862E}"/>
          </ac:picMkLst>
        </pc:picChg>
      </pc:sldChg>
      <pc:sldChg chg="modSp add mod ord">
        <pc:chgData name="Marc-André Moreau" userId="d5052b6c-3fb4-48de-8d13-16e608076a66" providerId="ADAL" clId="{F0A062C5-361A-4F32-B648-285AADCDD1BF}" dt="2025-04-23T18:31:45.440" v="11128" actId="20577"/>
        <pc:sldMkLst>
          <pc:docMk/>
          <pc:sldMk cId="3969704732" sldId="286"/>
        </pc:sldMkLst>
        <pc:spChg chg="mod">
          <ac:chgData name="Marc-André Moreau" userId="d5052b6c-3fb4-48de-8d13-16e608076a66" providerId="ADAL" clId="{F0A062C5-361A-4F32-B648-285AADCDD1BF}" dt="2025-04-23T18:29:32.388" v="10560" actId="20577"/>
          <ac:spMkLst>
            <pc:docMk/>
            <pc:sldMk cId="3969704732" sldId="286"/>
            <ac:spMk id="2" creationId="{F7D10DEF-B4A0-41A9-7F33-CADB3AF8C6CD}"/>
          </ac:spMkLst>
        </pc:spChg>
        <pc:spChg chg="mod">
          <ac:chgData name="Marc-André Moreau" userId="d5052b6c-3fb4-48de-8d13-16e608076a66" providerId="ADAL" clId="{F0A062C5-361A-4F32-B648-285AADCDD1BF}" dt="2025-04-23T18:31:45.440" v="11128" actId="20577"/>
          <ac:spMkLst>
            <pc:docMk/>
            <pc:sldMk cId="3969704732" sldId="286"/>
            <ac:spMk id="3" creationId="{25EF939E-B21A-D8AA-6407-CD4E6D9CF686}"/>
          </ac:spMkLst>
        </pc:spChg>
      </pc:sldChg>
      <pc:sldChg chg="modSp add mod">
        <pc:chgData name="Marc-André Moreau" userId="d5052b6c-3fb4-48de-8d13-16e608076a66" providerId="ADAL" clId="{F0A062C5-361A-4F32-B648-285AADCDD1BF}" dt="2025-04-23T18:34:30.583" v="11563" actId="20577"/>
        <pc:sldMkLst>
          <pc:docMk/>
          <pc:sldMk cId="2308596613" sldId="287"/>
        </pc:sldMkLst>
        <pc:spChg chg="mod">
          <ac:chgData name="Marc-André Moreau" userId="d5052b6c-3fb4-48de-8d13-16e608076a66" providerId="ADAL" clId="{F0A062C5-361A-4F32-B648-285AADCDD1BF}" dt="2025-04-23T18:32:22.240" v="11219" actId="20577"/>
          <ac:spMkLst>
            <pc:docMk/>
            <pc:sldMk cId="2308596613" sldId="287"/>
            <ac:spMk id="2" creationId="{F6975DCD-20F7-6C8E-42A7-7F8315CF9141}"/>
          </ac:spMkLst>
        </pc:spChg>
        <pc:spChg chg="mod">
          <ac:chgData name="Marc-André Moreau" userId="d5052b6c-3fb4-48de-8d13-16e608076a66" providerId="ADAL" clId="{F0A062C5-361A-4F32-B648-285AADCDD1BF}" dt="2025-04-23T18:34:30.583" v="11563" actId="20577"/>
          <ac:spMkLst>
            <pc:docMk/>
            <pc:sldMk cId="2308596613" sldId="287"/>
            <ac:spMk id="3" creationId="{AEF93FF0-A9AB-31C3-C0B2-7FD2615B4FC9}"/>
          </ac:spMkLst>
        </pc:spChg>
      </pc:sldChg>
      <pc:sldChg chg="modSp add mod ord">
        <pc:chgData name="Marc-André Moreau" userId="d5052b6c-3fb4-48de-8d13-16e608076a66" providerId="ADAL" clId="{F0A062C5-361A-4F32-B648-285AADCDD1BF}" dt="2025-05-12T18:59:13.589" v="14226" actId="20577"/>
        <pc:sldMkLst>
          <pc:docMk/>
          <pc:sldMk cId="313891677" sldId="288"/>
        </pc:sldMkLst>
        <pc:spChg chg="mod">
          <ac:chgData name="Marc-André Moreau" userId="d5052b6c-3fb4-48de-8d13-16e608076a66" providerId="ADAL" clId="{F0A062C5-361A-4F32-B648-285AADCDD1BF}" dt="2025-05-12T18:59:13.589" v="14226" actId="20577"/>
          <ac:spMkLst>
            <pc:docMk/>
            <pc:sldMk cId="313891677" sldId="288"/>
            <ac:spMk id="2" creationId="{BDA35B60-E6A1-1ABD-734A-24CC55CBC167}"/>
          </ac:spMkLst>
        </pc:spChg>
        <pc:spChg chg="mod">
          <ac:chgData name="Marc-André Moreau" userId="d5052b6c-3fb4-48de-8d13-16e608076a66" providerId="ADAL" clId="{F0A062C5-361A-4F32-B648-285AADCDD1BF}" dt="2025-04-23T18:36:37.219" v="11587" actId="20577"/>
          <ac:spMkLst>
            <pc:docMk/>
            <pc:sldMk cId="313891677" sldId="288"/>
            <ac:spMk id="3" creationId="{F1E9867E-7B7B-184D-C564-1F60DB712350}"/>
          </ac:spMkLst>
        </pc:spChg>
      </pc:sldChg>
      <pc:sldChg chg="modSp add mod ord">
        <pc:chgData name="Marc-André Moreau" userId="d5052b6c-3fb4-48de-8d13-16e608076a66" providerId="ADAL" clId="{F0A062C5-361A-4F32-B648-285AADCDD1BF}" dt="2025-04-23T18:54:12.632" v="11638" actId="255"/>
        <pc:sldMkLst>
          <pc:docMk/>
          <pc:sldMk cId="218303000" sldId="289"/>
        </pc:sldMkLst>
        <pc:spChg chg="mod">
          <ac:chgData name="Marc-André Moreau" userId="d5052b6c-3fb4-48de-8d13-16e608076a66" providerId="ADAL" clId="{F0A062C5-361A-4F32-B648-285AADCDD1BF}" dt="2025-04-23T18:54:12.632" v="11638" actId="255"/>
          <ac:spMkLst>
            <pc:docMk/>
            <pc:sldMk cId="218303000" sldId="289"/>
            <ac:spMk id="2" creationId="{39E8B136-F71E-8103-8579-CBD1127A37ED}"/>
          </ac:spMkLst>
        </pc:spChg>
      </pc:sldChg>
      <pc:sldChg chg="modSp add mod ord">
        <pc:chgData name="Marc-André Moreau" userId="d5052b6c-3fb4-48de-8d13-16e608076a66" providerId="ADAL" clId="{F0A062C5-361A-4F32-B648-285AADCDD1BF}" dt="2025-04-23T18:54:23.069" v="11639" actId="255"/>
        <pc:sldMkLst>
          <pc:docMk/>
          <pc:sldMk cId="2035521678" sldId="290"/>
        </pc:sldMkLst>
        <pc:spChg chg="mod">
          <ac:chgData name="Marc-André Moreau" userId="d5052b6c-3fb4-48de-8d13-16e608076a66" providerId="ADAL" clId="{F0A062C5-361A-4F32-B648-285AADCDD1BF}" dt="2025-04-23T18:54:23.069" v="11639" actId="255"/>
          <ac:spMkLst>
            <pc:docMk/>
            <pc:sldMk cId="2035521678" sldId="290"/>
            <ac:spMk id="2" creationId="{22800235-FBFC-D729-984E-0265FB8A0365}"/>
          </ac:spMkLst>
        </pc:spChg>
      </pc:sldChg>
      <pc:sldChg chg="modSp add mod ord">
        <pc:chgData name="Marc-André Moreau" userId="d5052b6c-3fb4-48de-8d13-16e608076a66" providerId="ADAL" clId="{F0A062C5-361A-4F32-B648-285AADCDD1BF}" dt="2025-04-23T18:54:33.028" v="11654" actId="20577"/>
        <pc:sldMkLst>
          <pc:docMk/>
          <pc:sldMk cId="3439800141" sldId="291"/>
        </pc:sldMkLst>
        <pc:spChg chg="mod">
          <ac:chgData name="Marc-André Moreau" userId="d5052b6c-3fb4-48de-8d13-16e608076a66" providerId="ADAL" clId="{F0A062C5-361A-4F32-B648-285AADCDD1BF}" dt="2025-04-23T18:54:33.028" v="11654" actId="20577"/>
          <ac:spMkLst>
            <pc:docMk/>
            <pc:sldMk cId="3439800141" sldId="291"/>
            <ac:spMk id="2" creationId="{1041AB7D-8158-A0C5-0B5A-6D608E13BE41}"/>
          </ac:spMkLst>
        </pc:spChg>
      </pc:sldChg>
      <pc:sldChg chg="addSp modSp add mod ord">
        <pc:chgData name="Marc-André Moreau" userId="d5052b6c-3fb4-48de-8d13-16e608076a66" providerId="ADAL" clId="{F0A062C5-361A-4F32-B648-285AADCDD1BF}" dt="2025-04-23T19:08:05.685" v="11788" actId="1076"/>
        <pc:sldMkLst>
          <pc:docMk/>
          <pc:sldMk cId="4249881245" sldId="292"/>
        </pc:sldMkLst>
        <pc:spChg chg="mod">
          <ac:chgData name="Marc-André Moreau" userId="d5052b6c-3fb4-48de-8d13-16e608076a66" providerId="ADAL" clId="{F0A062C5-361A-4F32-B648-285AADCDD1BF}" dt="2025-04-23T19:07:38.969" v="11775" actId="20577"/>
          <ac:spMkLst>
            <pc:docMk/>
            <pc:sldMk cId="4249881245" sldId="292"/>
            <ac:spMk id="2" creationId="{180AB686-2B62-12B1-5E49-84AC71A51FCB}"/>
          </ac:spMkLst>
        </pc:spChg>
        <pc:spChg chg="mod">
          <ac:chgData name="Marc-André Moreau" userId="d5052b6c-3fb4-48de-8d13-16e608076a66" providerId="ADAL" clId="{F0A062C5-361A-4F32-B648-285AADCDD1BF}" dt="2025-04-23T19:07:52.287" v="11785"/>
          <ac:spMkLst>
            <pc:docMk/>
            <pc:sldMk cId="4249881245" sldId="292"/>
            <ac:spMk id="3" creationId="{BF982297-5678-BD36-3818-5769AD35B48B}"/>
          </ac:spMkLst>
        </pc:spChg>
        <pc:picChg chg="add mod">
          <ac:chgData name="Marc-André Moreau" userId="d5052b6c-3fb4-48de-8d13-16e608076a66" providerId="ADAL" clId="{F0A062C5-361A-4F32-B648-285AADCDD1BF}" dt="2025-04-23T19:08:05.685" v="11788" actId="1076"/>
          <ac:picMkLst>
            <pc:docMk/>
            <pc:sldMk cId="4249881245" sldId="292"/>
            <ac:picMk id="4" creationId="{3B4AE8F2-3CBB-3F02-B2B5-9E99FC6286FF}"/>
          </ac:picMkLst>
        </pc:picChg>
      </pc:sldChg>
      <pc:sldChg chg="addSp delSp modSp add mod ord">
        <pc:chgData name="Marc-André Moreau" userId="d5052b6c-3fb4-48de-8d13-16e608076a66" providerId="ADAL" clId="{F0A062C5-361A-4F32-B648-285AADCDD1BF}" dt="2025-04-23T19:08:43.845" v="11794"/>
        <pc:sldMkLst>
          <pc:docMk/>
          <pc:sldMk cId="371490683" sldId="293"/>
        </pc:sldMkLst>
        <pc:picChg chg="add mod">
          <ac:chgData name="Marc-André Moreau" userId="d5052b6c-3fb4-48de-8d13-16e608076a66" providerId="ADAL" clId="{F0A062C5-361A-4F32-B648-285AADCDD1BF}" dt="2025-04-23T19:08:43.845" v="11794"/>
          <ac:picMkLst>
            <pc:docMk/>
            <pc:sldMk cId="371490683" sldId="293"/>
            <ac:picMk id="4" creationId="{DF1AE5BE-232B-EA54-4F0E-408CD6ADF7BD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4-23T19:09:23.011" v="11803"/>
        <pc:sldMkLst>
          <pc:docMk/>
          <pc:sldMk cId="4251700024" sldId="294"/>
        </pc:sldMkLst>
        <pc:picChg chg="add mod">
          <ac:chgData name="Marc-André Moreau" userId="d5052b6c-3fb4-48de-8d13-16e608076a66" providerId="ADAL" clId="{F0A062C5-361A-4F32-B648-285AADCDD1BF}" dt="2025-04-23T19:09:23.011" v="11803"/>
          <ac:picMkLst>
            <pc:docMk/>
            <pc:sldMk cId="4251700024" sldId="294"/>
            <ac:picMk id="2" creationId="{17DA109F-2F3E-AD7C-0439-B14C6BA1709E}"/>
          </ac:picMkLst>
        </pc:picChg>
      </pc:sldChg>
      <pc:sldChg chg="addSp modSp add">
        <pc:chgData name="Marc-André Moreau" userId="d5052b6c-3fb4-48de-8d13-16e608076a66" providerId="ADAL" clId="{F0A062C5-361A-4F32-B648-285AADCDD1BF}" dt="2025-04-23T19:09:58.510" v="11807"/>
        <pc:sldMkLst>
          <pc:docMk/>
          <pc:sldMk cId="2263192641" sldId="295"/>
        </pc:sldMkLst>
        <pc:picChg chg="add mod">
          <ac:chgData name="Marc-André Moreau" userId="d5052b6c-3fb4-48de-8d13-16e608076a66" providerId="ADAL" clId="{F0A062C5-361A-4F32-B648-285AADCDD1BF}" dt="2025-04-23T19:09:58.510" v="11807"/>
          <ac:picMkLst>
            <pc:docMk/>
            <pc:sldMk cId="2263192641" sldId="295"/>
            <ac:picMk id="2" creationId="{43BFF908-13EB-03CD-2CB3-239BB93B8DC9}"/>
          </ac:picMkLst>
        </pc:picChg>
      </pc:sldChg>
      <pc:sldChg chg="addSp modSp add ord">
        <pc:chgData name="Marc-André Moreau" userId="d5052b6c-3fb4-48de-8d13-16e608076a66" providerId="ADAL" clId="{F0A062C5-361A-4F32-B648-285AADCDD1BF}" dt="2025-04-23T19:09:09.914" v="11801"/>
        <pc:sldMkLst>
          <pc:docMk/>
          <pc:sldMk cId="3033348591" sldId="296"/>
        </pc:sldMkLst>
        <pc:picChg chg="add mod">
          <ac:chgData name="Marc-André Moreau" userId="d5052b6c-3fb4-48de-8d13-16e608076a66" providerId="ADAL" clId="{F0A062C5-361A-4F32-B648-285AADCDD1BF}" dt="2025-04-23T19:09:00.655" v="11799"/>
          <ac:picMkLst>
            <pc:docMk/>
            <pc:sldMk cId="3033348591" sldId="296"/>
            <ac:picMk id="2" creationId="{2C2E91CB-D451-3A98-066A-0F6AE0B82557}"/>
          </ac:picMkLst>
        </pc:picChg>
      </pc:sldChg>
      <pc:sldChg chg="addSp modSp add">
        <pc:chgData name="Marc-André Moreau" userId="d5052b6c-3fb4-48de-8d13-16e608076a66" providerId="ADAL" clId="{F0A062C5-361A-4F32-B648-285AADCDD1BF}" dt="2025-04-23T19:09:39.464" v="11804"/>
        <pc:sldMkLst>
          <pc:docMk/>
          <pc:sldMk cId="2282585618" sldId="297"/>
        </pc:sldMkLst>
        <pc:picChg chg="add mod">
          <ac:chgData name="Marc-André Moreau" userId="d5052b6c-3fb4-48de-8d13-16e608076a66" providerId="ADAL" clId="{F0A062C5-361A-4F32-B648-285AADCDD1BF}" dt="2025-04-23T19:09:39.464" v="11804"/>
          <ac:picMkLst>
            <pc:docMk/>
            <pc:sldMk cId="2282585618" sldId="297"/>
            <ac:picMk id="2" creationId="{36985DA4-6B20-7068-C9E3-4DECF27A8219}"/>
          </ac:picMkLst>
        </pc:picChg>
      </pc:sldChg>
      <pc:sldChg chg="addSp modSp add">
        <pc:chgData name="Marc-André Moreau" userId="d5052b6c-3fb4-48de-8d13-16e608076a66" providerId="ADAL" clId="{F0A062C5-361A-4F32-B648-285AADCDD1BF}" dt="2025-04-23T19:10:04.590" v="11808"/>
        <pc:sldMkLst>
          <pc:docMk/>
          <pc:sldMk cId="119551599" sldId="298"/>
        </pc:sldMkLst>
        <pc:picChg chg="add mod">
          <ac:chgData name="Marc-André Moreau" userId="d5052b6c-3fb4-48de-8d13-16e608076a66" providerId="ADAL" clId="{F0A062C5-361A-4F32-B648-285AADCDD1BF}" dt="2025-04-23T19:10:04.590" v="11808"/>
          <ac:picMkLst>
            <pc:docMk/>
            <pc:sldMk cId="119551599" sldId="298"/>
            <ac:picMk id="2" creationId="{A456A2AD-C44F-4BCF-69FB-D6281955B444}"/>
          </ac:picMkLst>
        </pc:picChg>
      </pc:sldChg>
      <pc:sldChg chg="addSp modSp add">
        <pc:chgData name="Marc-André Moreau" userId="d5052b6c-3fb4-48de-8d13-16e608076a66" providerId="ADAL" clId="{F0A062C5-361A-4F32-B648-285AADCDD1BF}" dt="2025-04-23T19:10:22.067" v="11813"/>
        <pc:sldMkLst>
          <pc:docMk/>
          <pc:sldMk cId="968034725" sldId="299"/>
        </pc:sldMkLst>
        <pc:picChg chg="add mod">
          <ac:chgData name="Marc-André Moreau" userId="d5052b6c-3fb4-48de-8d13-16e608076a66" providerId="ADAL" clId="{F0A062C5-361A-4F32-B648-285AADCDD1BF}" dt="2025-04-23T19:10:22.067" v="11813"/>
          <ac:picMkLst>
            <pc:docMk/>
            <pc:sldMk cId="968034725" sldId="299"/>
            <ac:picMk id="2" creationId="{DADB45F3-2D9E-5F8A-532C-9A492E7E3CCD}"/>
          </ac:picMkLst>
        </pc:picChg>
      </pc:sldChg>
      <pc:sldChg chg="addSp modSp add ord">
        <pc:chgData name="Marc-André Moreau" userId="d5052b6c-3fb4-48de-8d13-16e608076a66" providerId="ADAL" clId="{F0A062C5-361A-4F32-B648-285AADCDD1BF}" dt="2025-04-23T19:10:16.833" v="11812"/>
        <pc:sldMkLst>
          <pc:docMk/>
          <pc:sldMk cId="3271293357" sldId="300"/>
        </pc:sldMkLst>
        <pc:picChg chg="add mod">
          <ac:chgData name="Marc-André Moreau" userId="d5052b6c-3fb4-48de-8d13-16e608076a66" providerId="ADAL" clId="{F0A062C5-361A-4F32-B648-285AADCDD1BF}" dt="2025-04-23T19:10:12.856" v="11810"/>
          <ac:picMkLst>
            <pc:docMk/>
            <pc:sldMk cId="3271293357" sldId="300"/>
            <ac:picMk id="2" creationId="{E64B616A-AA55-B69A-26D6-0667C6992CA8}"/>
          </ac:picMkLst>
        </pc:picChg>
      </pc:sldChg>
      <pc:sldChg chg="modSp add mod ord">
        <pc:chgData name="Marc-André Moreau" userId="d5052b6c-3fb4-48de-8d13-16e608076a66" providerId="ADAL" clId="{F0A062C5-361A-4F32-B648-285AADCDD1BF}" dt="2025-04-23T19:10:46.634" v="11826" actId="20577"/>
        <pc:sldMkLst>
          <pc:docMk/>
          <pc:sldMk cId="383941592" sldId="301"/>
        </pc:sldMkLst>
        <pc:spChg chg="mod">
          <ac:chgData name="Marc-André Moreau" userId="d5052b6c-3fb4-48de-8d13-16e608076a66" providerId="ADAL" clId="{F0A062C5-361A-4F32-B648-285AADCDD1BF}" dt="2025-04-23T19:10:46.634" v="11826" actId="20577"/>
          <ac:spMkLst>
            <pc:docMk/>
            <pc:sldMk cId="383941592" sldId="301"/>
            <ac:spMk id="2" creationId="{2412E6CE-E869-0CBF-2CD7-6E6B87B3252B}"/>
          </ac:spMkLst>
        </pc:spChg>
      </pc:sldChg>
      <pc:sldChg chg="modSp add mod ord">
        <pc:chgData name="Marc-André Moreau" userId="d5052b6c-3fb4-48de-8d13-16e608076a66" providerId="ADAL" clId="{F0A062C5-361A-4F32-B648-285AADCDD1BF}" dt="2025-05-12T18:35:10.888" v="11863" actId="20577"/>
        <pc:sldMkLst>
          <pc:docMk/>
          <pc:sldMk cId="2552931928" sldId="302"/>
        </pc:sldMkLst>
        <pc:spChg chg="mod">
          <ac:chgData name="Marc-André Moreau" userId="d5052b6c-3fb4-48de-8d13-16e608076a66" providerId="ADAL" clId="{F0A062C5-361A-4F32-B648-285AADCDD1BF}" dt="2025-05-12T18:35:10.888" v="11863" actId="20577"/>
          <ac:spMkLst>
            <pc:docMk/>
            <pc:sldMk cId="2552931928" sldId="302"/>
            <ac:spMk id="2" creationId="{F422D556-D8F5-CFFE-5176-63D37B2DEB69}"/>
          </ac:spMkLst>
        </pc:spChg>
      </pc:sldChg>
      <pc:sldChg chg="modSp add mod ord">
        <pc:chgData name="Marc-André Moreau" userId="d5052b6c-3fb4-48de-8d13-16e608076a66" providerId="ADAL" clId="{F0A062C5-361A-4F32-B648-285AADCDD1BF}" dt="2025-05-12T18:51:07.037" v="14069" actId="255"/>
        <pc:sldMkLst>
          <pc:docMk/>
          <pc:sldMk cId="227525732" sldId="303"/>
        </pc:sldMkLst>
        <pc:spChg chg="mod">
          <ac:chgData name="Marc-André Moreau" userId="d5052b6c-3fb4-48de-8d13-16e608076a66" providerId="ADAL" clId="{F0A062C5-361A-4F32-B648-285AADCDD1BF}" dt="2025-05-12T18:49:47.336" v="13978" actId="20577"/>
          <ac:spMkLst>
            <pc:docMk/>
            <pc:sldMk cId="227525732" sldId="303"/>
            <ac:spMk id="2" creationId="{0D5999A1-40C3-7C63-4558-0BEE3FF5520D}"/>
          </ac:spMkLst>
        </pc:spChg>
        <pc:spChg chg="mod">
          <ac:chgData name="Marc-André Moreau" userId="d5052b6c-3fb4-48de-8d13-16e608076a66" providerId="ADAL" clId="{F0A062C5-361A-4F32-B648-285AADCDD1BF}" dt="2025-05-12T18:51:07.037" v="14069" actId="255"/>
          <ac:spMkLst>
            <pc:docMk/>
            <pc:sldMk cId="227525732" sldId="303"/>
            <ac:spMk id="3" creationId="{D5CB3D6F-4624-3992-94B3-CFF9DCB6E33D}"/>
          </ac:spMkLst>
        </pc:spChg>
      </pc:sldChg>
      <pc:sldChg chg="addSp modSp add mod ord">
        <pc:chgData name="Marc-André Moreau" userId="d5052b6c-3fb4-48de-8d13-16e608076a66" providerId="ADAL" clId="{F0A062C5-361A-4F32-B648-285AADCDD1BF}" dt="2025-05-12T18:42:35.391" v="12109" actId="20577"/>
        <pc:sldMkLst>
          <pc:docMk/>
          <pc:sldMk cId="1855135222" sldId="304"/>
        </pc:sldMkLst>
        <pc:spChg chg="mod">
          <ac:chgData name="Marc-André Moreau" userId="d5052b6c-3fb4-48de-8d13-16e608076a66" providerId="ADAL" clId="{F0A062C5-361A-4F32-B648-285AADCDD1BF}" dt="2025-05-12T18:42:35.391" v="12109" actId="20577"/>
          <ac:spMkLst>
            <pc:docMk/>
            <pc:sldMk cId="1855135222" sldId="304"/>
            <ac:spMk id="2" creationId="{D644D60F-CC44-6452-EA4B-437E7FE19450}"/>
          </ac:spMkLst>
        </pc:spChg>
        <pc:spChg chg="mod">
          <ac:chgData name="Marc-André Moreau" userId="d5052b6c-3fb4-48de-8d13-16e608076a66" providerId="ADAL" clId="{F0A062C5-361A-4F32-B648-285AADCDD1BF}" dt="2025-05-12T18:41:59.876" v="12065" actId="14100"/>
          <ac:spMkLst>
            <pc:docMk/>
            <pc:sldMk cId="1855135222" sldId="304"/>
            <ac:spMk id="3" creationId="{5CB49F8E-7776-7314-0B1F-33E7DF60EB82}"/>
          </ac:spMkLst>
        </pc:spChg>
        <pc:picChg chg="add mod">
          <ac:chgData name="Marc-André Moreau" userId="d5052b6c-3fb4-48de-8d13-16e608076a66" providerId="ADAL" clId="{F0A062C5-361A-4F32-B648-285AADCDD1BF}" dt="2025-05-12T18:42:11.696" v="12068" actId="1076"/>
          <ac:picMkLst>
            <pc:docMk/>
            <pc:sldMk cId="1855135222" sldId="304"/>
            <ac:picMk id="5" creationId="{A8FF2C26-9308-3A7B-7DE9-044964FEE5F0}"/>
          </ac:picMkLst>
        </pc:picChg>
      </pc:sldChg>
      <pc:sldChg chg="modSp add mod">
        <pc:chgData name="Marc-André Moreau" userId="d5052b6c-3fb4-48de-8d13-16e608076a66" providerId="ADAL" clId="{F0A062C5-361A-4F32-B648-285AADCDD1BF}" dt="2025-05-12T18:51:49.340" v="14201" actId="255"/>
        <pc:sldMkLst>
          <pc:docMk/>
          <pc:sldMk cId="1074716120" sldId="305"/>
        </pc:sldMkLst>
        <pc:spChg chg="mod">
          <ac:chgData name="Marc-André Moreau" userId="d5052b6c-3fb4-48de-8d13-16e608076a66" providerId="ADAL" clId="{F0A062C5-361A-4F32-B648-285AADCDD1BF}" dt="2025-05-12T18:49:50.305" v="13980" actId="20577"/>
          <ac:spMkLst>
            <pc:docMk/>
            <pc:sldMk cId="1074716120" sldId="305"/>
            <ac:spMk id="2" creationId="{C7966823-258F-FFEC-C711-32A9EB871BCD}"/>
          </ac:spMkLst>
        </pc:spChg>
        <pc:spChg chg="mod">
          <ac:chgData name="Marc-André Moreau" userId="d5052b6c-3fb4-48de-8d13-16e608076a66" providerId="ADAL" clId="{F0A062C5-361A-4F32-B648-285AADCDD1BF}" dt="2025-05-12T18:51:49.340" v="14201" actId="255"/>
          <ac:spMkLst>
            <pc:docMk/>
            <pc:sldMk cId="1074716120" sldId="305"/>
            <ac:spMk id="3" creationId="{9541A962-34CC-A50F-0297-95A65AC9E95C}"/>
          </ac:spMkLst>
        </pc:spChg>
      </pc:sldChg>
      <pc:sldChg chg="addSp delSp modSp add mod">
        <pc:chgData name="Marc-André Moreau" userId="d5052b6c-3fb4-48de-8d13-16e608076a66" providerId="ADAL" clId="{F0A062C5-361A-4F32-B648-285AADCDD1BF}" dt="2025-05-12T19:09:07.023" v="14288" actId="20577"/>
        <pc:sldMkLst>
          <pc:docMk/>
          <pc:sldMk cId="1435021768" sldId="306"/>
        </pc:sldMkLst>
        <pc:spChg chg="mod">
          <ac:chgData name="Marc-André Moreau" userId="d5052b6c-3fb4-48de-8d13-16e608076a66" providerId="ADAL" clId="{F0A062C5-361A-4F32-B648-285AADCDD1BF}" dt="2025-05-12T19:09:07.023" v="14288" actId="20577"/>
          <ac:spMkLst>
            <pc:docMk/>
            <pc:sldMk cId="1435021768" sldId="306"/>
            <ac:spMk id="2" creationId="{138B00C8-89B1-F50B-439B-83158BDE444C}"/>
          </ac:spMkLst>
        </pc:spChg>
        <pc:picChg chg="add mod">
          <ac:chgData name="Marc-André Moreau" userId="d5052b6c-3fb4-48de-8d13-16e608076a66" providerId="ADAL" clId="{F0A062C5-361A-4F32-B648-285AADCDD1BF}" dt="2025-05-12T19:08:49.380" v="14234" actId="1076"/>
          <ac:picMkLst>
            <pc:docMk/>
            <pc:sldMk cId="1435021768" sldId="306"/>
            <ac:picMk id="6" creationId="{240EA9D6-2C71-CA2F-9778-C2A4C6AA9770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5-12T19:16:20.207" v="14480" actId="14100"/>
        <pc:sldMkLst>
          <pc:docMk/>
          <pc:sldMk cId="3062739006" sldId="307"/>
        </pc:sldMkLst>
        <pc:spChg chg="mod">
          <ac:chgData name="Marc-André Moreau" userId="d5052b6c-3fb4-48de-8d13-16e608076a66" providerId="ADAL" clId="{F0A062C5-361A-4F32-B648-285AADCDD1BF}" dt="2025-05-12T19:16:10.441" v="14479" actId="20577"/>
          <ac:spMkLst>
            <pc:docMk/>
            <pc:sldMk cId="3062739006" sldId="307"/>
            <ac:spMk id="2" creationId="{39FFDE87-A8F5-9DBA-D5FC-3325FD10CE19}"/>
          </ac:spMkLst>
        </pc:spChg>
        <pc:picChg chg="add mod">
          <ac:chgData name="Marc-André Moreau" userId="d5052b6c-3fb4-48de-8d13-16e608076a66" providerId="ADAL" clId="{F0A062C5-361A-4F32-B648-285AADCDD1BF}" dt="2025-05-12T19:16:20.207" v="14480" actId="14100"/>
          <ac:picMkLst>
            <pc:docMk/>
            <pc:sldMk cId="3062739006" sldId="307"/>
            <ac:picMk id="8" creationId="{3AE026CB-3C1F-3FBD-1F54-28F97E13D4B3}"/>
          </ac:picMkLst>
        </pc:picChg>
      </pc:sldChg>
      <pc:sldChg chg="modSp add mod ord">
        <pc:chgData name="Marc-André Moreau" userId="d5052b6c-3fb4-48de-8d13-16e608076a66" providerId="ADAL" clId="{F0A062C5-361A-4F32-B648-285AADCDD1BF}" dt="2025-05-15T19:23:40.672" v="14505" actId="20577"/>
        <pc:sldMkLst>
          <pc:docMk/>
          <pc:sldMk cId="1916275501" sldId="308"/>
        </pc:sldMkLst>
        <pc:spChg chg="mod">
          <ac:chgData name="Marc-André Moreau" userId="d5052b6c-3fb4-48de-8d13-16e608076a66" providerId="ADAL" clId="{F0A062C5-361A-4F32-B648-285AADCDD1BF}" dt="2025-05-15T19:23:40.672" v="14505" actId="20577"/>
          <ac:spMkLst>
            <pc:docMk/>
            <pc:sldMk cId="1916275501" sldId="308"/>
            <ac:spMk id="2" creationId="{F6B7DE5B-1402-F404-915B-380048CE0A5D}"/>
          </ac:spMkLst>
        </pc:spChg>
      </pc:sldChg>
      <pc:sldChg chg="addSp modSp add del mod ord">
        <pc:chgData name="Marc-André Moreau" userId="d5052b6c-3fb4-48de-8d13-16e608076a66" providerId="ADAL" clId="{F0A062C5-361A-4F32-B648-285AADCDD1BF}" dt="2025-05-15T19:31:43.291" v="14528" actId="47"/>
        <pc:sldMkLst>
          <pc:docMk/>
          <pc:sldMk cId="663791727" sldId="309"/>
        </pc:sldMkLst>
      </pc:sldChg>
      <pc:sldChg chg="addSp delSp modSp add mod ord">
        <pc:chgData name="Marc-André Moreau" userId="d5052b6c-3fb4-48de-8d13-16e608076a66" providerId="ADAL" clId="{F0A062C5-361A-4F32-B648-285AADCDD1BF}" dt="2025-05-15T19:37:06.894" v="14856" actId="1076"/>
        <pc:sldMkLst>
          <pc:docMk/>
          <pc:sldMk cId="1440560290" sldId="310"/>
        </pc:sldMkLst>
        <pc:spChg chg="mod">
          <ac:chgData name="Marc-André Moreau" userId="d5052b6c-3fb4-48de-8d13-16e608076a66" providerId="ADAL" clId="{F0A062C5-361A-4F32-B648-285AADCDD1BF}" dt="2025-05-15T19:32:48.202" v="14674" actId="20577"/>
          <ac:spMkLst>
            <pc:docMk/>
            <pc:sldMk cId="1440560290" sldId="310"/>
            <ac:spMk id="2" creationId="{A79E91D3-E3FF-A557-697B-4BB9615316B3}"/>
          </ac:spMkLst>
        </pc:spChg>
        <pc:spChg chg="mod">
          <ac:chgData name="Marc-André Moreau" userId="d5052b6c-3fb4-48de-8d13-16e608076a66" providerId="ADAL" clId="{F0A062C5-361A-4F32-B648-285AADCDD1BF}" dt="2025-05-15T19:34:45.372" v="14837" actId="14100"/>
          <ac:spMkLst>
            <pc:docMk/>
            <pc:sldMk cId="1440560290" sldId="310"/>
            <ac:spMk id="3" creationId="{CDAE0A6C-947C-FF9D-D8B2-B59388587F1B}"/>
          </ac:spMkLst>
        </pc:spChg>
        <pc:picChg chg="add mod">
          <ac:chgData name="Marc-André Moreau" userId="d5052b6c-3fb4-48de-8d13-16e608076a66" providerId="ADAL" clId="{F0A062C5-361A-4F32-B648-285AADCDD1BF}" dt="2025-05-15T19:37:06.894" v="14856" actId="1076"/>
          <ac:picMkLst>
            <pc:docMk/>
            <pc:sldMk cId="1440560290" sldId="310"/>
            <ac:picMk id="15" creationId="{D50ED0D9-98C4-877D-8A57-65B9D24CD587}"/>
          </ac:picMkLst>
        </pc:picChg>
        <pc:picChg chg="add mod">
          <ac:chgData name="Marc-André Moreau" userId="d5052b6c-3fb4-48de-8d13-16e608076a66" providerId="ADAL" clId="{F0A062C5-361A-4F32-B648-285AADCDD1BF}" dt="2025-05-15T19:37:03.780" v="14855" actId="1076"/>
          <ac:picMkLst>
            <pc:docMk/>
            <pc:sldMk cId="1440560290" sldId="310"/>
            <ac:picMk id="17" creationId="{472ACECD-087E-692A-EFC7-5F0581E606B1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5-15T19:44:58.578" v="15784" actId="20577"/>
        <pc:sldMkLst>
          <pc:docMk/>
          <pc:sldMk cId="2794764329" sldId="311"/>
        </pc:sldMkLst>
        <pc:spChg chg="mod">
          <ac:chgData name="Marc-André Moreau" userId="d5052b6c-3fb4-48de-8d13-16e608076a66" providerId="ADAL" clId="{F0A062C5-361A-4F32-B648-285AADCDD1BF}" dt="2025-05-15T19:43:49.977" v="15630" actId="790"/>
          <ac:spMkLst>
            <pc:docMk/>
            <pc:sldMk cId="2794764329" sldId="311"/>
            <ac:spMk id="2" creationId="{6CD2AD7F-A05C-6B99-61A6-CF906D926AFF}"/>
          </ac:spMkLst>
        </pc:spChg>
        <pc:spChg chg="mod">
          <ac:chgData name="Marc-André Moreau" userId="d5052b6c-3fb4-48de-8d13-16e608076a66" providerId="ADAL" clId="{F0A062C5-361A-4F32-B648-285AADCDD1BF}" dt="2025-05-15T19:44:58.578" v="15784" actId="20577"/>
          <ac:spMkLst>
            <pc:docMk/>
            <pc:sldMk cId="2794764329" sldId="311"/>
            <ac:spMk id="3" creationId="{1301E1CF-0360-E6C6-DFC3-E15810483D9C}"/>
          </ac:spMkLst>
        </pc:spChg>
        <pc:picChg chg="add mod">
          <ac:chgData name="Marc-André Moreau" userId="d5052b6c-3fb4-48de-8d13-16e608076a66" providerId="ADAL" clId="{F0A062C5-361A-4F32-B648-285AADCDD1BF}" dt="2025-05-15T19:39:47.078" v="14866" actId="14100"/>
          <ac:picMkLst>
            <pc:docMk/>
            <pc:sldMk cId="2794764329" sldId="311"/>
            <ac:picMk id="7" creationId="{0808E236-CBB4-DDDD-24D9-D238BC095DA0}"/>
          </ac:picMkLst>
        </pc:picChg>
      </pc:sldChg>
      <pc:sldChg chg="modSp add mod ord">
        <pc:chgData name="Marc-André Moreau" userId="d5052b6c-3fb4-48de-8d13-16e608076a66" providerId="ADAL" clId="{F0A062C5-361A-4F32-B648-285AADCDD1BF}" dt="2025-05-15T20:28:45.072" v="15982" actId="20577"/>
        <pc:sldMkLst>
          <pc:docMk/>
          <pc:sldMk cId="2217667921" sldId="312"/>
        </pc:sldMkLst>
        <pc:spChg chg="mod">
          <ac:chgData name="Marc-André Moreau" userId="d5052b6c-3fb4-48de-8d13-16e608076a66" providerId="ADAL" clId="{F0A062C5-361A-4F32-B648-285AADCDD1BF}" dt="2025-05-15T20:28:45.072" v="15982" actId="20577"/>
          <ac:spMkLst>
            <pc:docMk/>
            <pc:sldMk cId="2217667921" sldId="312"/>
            <ac:spMk id="2" creationId="{17A63E74-03F3-198F-6266-7AF1BAC054B5}"/>
          </ac:spMkLst>
        </pc:spChg>
        <pc:spChg chg="mod">
          <ac:chgData name="Marc-André Moreau" userId="d5052b6c-3fb4-48de-8d13-16e608076a66" providerId="ADAL" clId="{F0A062C5-361A-4F32-B648-285AADCDD1BF}" dt="2025-05-15T20:28:32.956" v="15970" actId="313"/>
          <ac:spMkLst>
            <pc:docMk/>
            <pc:sldMk cId="2217667921" sldId="312"/>
            <ac:spMk id="3" creationId="{390F18D7-B645-5C60-B5E4-6EEB23E013F2}"/>
          </ac:spMkLst>
        </pc:spChg>
      </pc:sldChg>
      <pc:sldChg chg="modSp add mod">
        <pc:chgData name="Marc-André Moreau" userId="d5052b6c-3fb4-48de-8d13-16e608076a66" providerId="ADAL" clId="{F0A062C5-361A-4F32-B648-285AADCDD1BF}" dt="2025-05-15T20:39:15.003" v="16005" actId="20577"/>
        <pc:sldMkLst>
          <pc:docMk/>
          <pc:sldMk cId="345608690" sldId="313"/>
        </pc:sldMkLst>
        <pc:spChg chg="mod">
          <ac:chgData name="Marc-André Moreau" userId="d5052b6c-3fb4-48de-8d13-16e608076a66" providerId="ADAL" clId="{F0A062C5-361A-4F32-B648-285AADCDD1BF}" dt="2025-05-15T20:31:54.565" v="15985" actId="20577"/>
          <ac:spMkLst>
            <pc:docMk/>
            <pc:sldMk cId="345608690" sldId="313"/>
            <ac:spMk id="2" creationId="{F324E4E3-F144-1F33-930E-E0297D131DC7}"/>
          </ac:spMkLst>
        </pc:spChg>
        <pc:spChg chg="mod">
          <ac:chgData name="Marc-André Moreau" userId="d5052b6c-3fb4-48de-8d13-16e608076a66" providerId="ADAL" clId="{F0A062C5-361A-4F32-B648-285AADCDD1BF}" dt="2025-05-15T20:39:15.003" v="16005" actId="20577"/>
          <ac:spMkLst>
            <pc:docMk/>
            <pc:sldMk cId="345608690" sldId="313"/>
            <ac:spMk id="3" creationId="{BE179976-C41E-69E5-DC3C-D0081F495205}"/>
          </ac:spMkLst>
        </pc:spChg>
      </pc:sldChg>
      <pc:sldChg chg="addSp delSp modSp add mod ord">
        <pc:chgData name="Marc-André Moreau" userId="d5052b6c-3fb4-48de-8d13-16e608076a66" providerId="ADAL" clId="{F0A062C5-361A-4F32-B648-285AADCDD1BF}" dt="2025-05-30T15:48:31.173" v="16371" actId="1076"/>
        <pc:sldMkLst>
          <pc:docMk/>
          <pc:sldMk cId="2244634228" sldId="314"/>
        </pc:sldMkLst>
        <pc:spChg chg="mod">
          <ac:chgData name="Marc-André Moreau" userId="d5052b6c-3fb4-48de-8d13-16e608076a66" providerId="ADAL" clId="{F0A062C5-361A-4F32-B648-285AADCDD1BF}" dt="2025-05-30T15:43:38.089" v="16017" actId="20577"/>
          <ac:spMkLst>
            <pc:docMk/>
            <pc:sldMk cId="2244634228" sldId="314"/>
            <ac:spMk id="2" creationId="{EB755A51-8FDD-D163-E004-B1DB9BD34969}"/>
          </ac:spMkLst>
        </pc:spChg>
        <pc:spChg chg="mod">
          <ac:chgData name="Marc-André Moreau" userId="d5052b6c-3fb4-48de-8d13-16e608076a66" providerId="ADAL" clId="{F0A062C5-361A-4F32-B648-285AADCDD1BF}" dt="2025-05-30T15:46:22.335" v="16358" actId="20577"/>
          <ac:spMkLst>
            <pc:docMk/>
            <pc:sldMk cId="2244634228" sldId="314"/>
            <ac:spMk id="3" creationId="{693A81C4-90E9-9180-85AE-279BC4A79D9D}"/>
          </ac:spMkLst>
        </pc:spChg>
        <pc:picChg chg="add mod">
          <ac:chgData name="Marc-André Moreau" userId="d5052b6c-3fb4-48de-8d13-16e608076a66" providerId="ADAL" clId="{F0A062C5-361A-4F32-B648-285AADCDD1BF}" dt="2025-05-30T15:45:45.006" v="16252" actId="14100"/>
          <ac:picMkLst>
            <pc:docMk/>
            <pc:sldMk cId="2244634228" sldId="314"/>
            <ac:picMk id="5" creationId="{8140FD1D-D1D1-0F49-DE3B-9A4DBAFA0254}"/>
          </ac:picMkLst>
        </pc:picChg>
        <pc:picChg chg="add mod">
          <ac:chgData name="Marc-André Moreau" userId="d5052b6c-3fb4-48de-8d13-16e608076a66" providerId="ADAL" clId="{F0A062C5-361A-4F32-B648-285AADCDD1BF}" dt="2025-05-30T15:48:31.173" v="16371" actId="1076"/>
          <ac:picMkLst>
            <pc:docMk/>
            <pc:sldMk cId="2244634228" sldId="314"/>
            <ac:picMk id="11" creationId="{4A1B00A4-D068-452A-320E-7B49C3A3D280}"/>
          </ac:picMkLst>
        </pc:picChg>
      </pc:sldChg>
      <pc:sldChg chg="addSp delSp modSp add mod ord">
        <pc:chgData name="Marc-André Moreau" userId="d5052b6c-3fb4-48de-8d13-16e608076a66" providerId="ADAL" clId="{F0A062C5-361A-4F32-B648-285AADCDD1BF}" dt="2025-05-30T15:56:53.859" v="17085"/>
        <pc:sldMkLst>
          <pc:docMk/>
          <pc:sldMk cId="3135555207" sldId="315"/>
        </pc:sldMkLst>
        <pc:picChg chg="add mod">
          <ac:chgData name="Marc-André Moreau" userId="d5052b6c-3fb4-48de-8d13-16e608076a66" providerId="ADAL" clId="{F0A062C5-361A-4F32-B648-285AADCDD1BF}" dt="2025-05-30T15:51:00.594" v="16579" actId="1076"/>
          <ac:picMkLst>
            <pc:docMk/>
            <pc:sldMk cId="3135555207" sldId="315"/>
            <ac:picMk id="5" creationId="{A756D454-EC6B-746F-2A98-B203E723AD33}"/>
          </ac:picMkLst>
        </pc:picChg>
      </pc:sldChg>
      <pc:sldChg chg="modSp add mod ord">
        <pc:chgData name="Marc-André Moreau" userId="d5052b6c-3fb4-48de-8d13-16e608076a66" providerId="ADAL" clId="{F0A062C5-361A-4F32-B648-285AADCDD1BF}" dt="2025-05-30T15:56:30.375" v="17079" actId="313"/>
        <pc:sldMkLst>
          <pc:docMk/>
          <pc:sldMk cId="3848686376" sldId="316"/>
        </pc:sldMkLst>
        <pc:spChg chg="mod">
          <ac:chgData name="Marc-André Moreau" userId="d5052b6c-3fb4-48de-8d13-16e608076a66" providerId="ADAL" clId="{F0A062C5-361A-4F32-B648-285AADCDD1BF}" dt="2025-05-30T15:56:30.375" v="17079" actId="313"/>
          <ac:spMkLst>
            <pc:docMk/>
            <pc:sldMk cId="3848686376" sldId="316"/>
            <ac:spMk id="2" creationId="{62026CF7-EFF2-0D26-E66C-6996A8D61F62}"/>
          </ac:spMkLst>
        </pc:spChg>
        <pc:spChg chg="mod">
          <ac:chgData name="Marc-André Moreau" userId="d5052b6c-3fb4-48de-8d13-16e608076a66" providerId="ADAL" clId="{F0A062C5-361A-4F32-B648-285AADCDD1BF}" dt="2025-05-30T15:55:54.947" v="17074"/>
          <ac:spMkLst>
            <pc:docMk/>
            <pc:sldMk cId="3848686376" sldId="316"/>
            <ac:spMk id="3" creationId="{2587ACE8-0D8A-8A56-1B90-927C9EC823A7}"/>
          </ac:spMkLst>
        </pc:spChg>
      </pc:sldChg>
      <pc:sldChg chg="addSp modSp add mod ord">
        <pc:chgData name="Marc-André Moreau" userId="d5052b6c-3fb4-48de-8d13-16e608076a66" providerId="ADAL" clId="{F0A062C5-361A-4F32-B648-285AADCDD1BF}" dt="2025-05-30T16:03:44.066" v="17985" actId="20577"/>
        <pc:sldMkLst>
          <pc:docMk/>
          <pc:sldMk cId="632083205" sldId="317"/>
        </pc:sldMkLst>
        <pc:spChg chg="mod">
          <ac:chgData name="Marc-André Moreau" userId="d5052b6c-3fb4-48de-8d13-16e608076a66" providerId="ADAL" clId="{F0A062C5-361A-4F32-B648-285AADCDD1BF}" dt="2025-05-30T15:58:15.574" v="17127" actId="20577"/>
          <ac:spMkLst>
            <pc:docMk/>
            <pc:sldMk cId="632083205" sldId="317"/>
            <ac:spMk id="2" creationId="{3512F91F-AD28-67B4-9F10-57D667FE0A4E}"/>
          </ac:spMkLst>
        </pc:spChg>
        <pc:spChg chg="mod">
          <ac:chgData name="Marc-André Moreau" userId="d5052b6c-3fb4-48de-8d13-16e608076a66" providerId="ADAL" clId="{F0A062C5-361A-4F32-B648-285AADCDD1BF}" dt="2025-05-30T16:03:44.066" v="17985" actId="20577"/>
          <ac:spMkLst>
            <pc:docMk/>
            <pc:sldMk cId="632083205" sldId="317"/>
            <ac:spMk id="3" creationId="{2DFED0E8-B10E-7518-B18C-6147B649F3C1}"/>
          </ac:spMkLst>
        </pc:spChg>
        <pc:picChg chg="add mod">
          <ac:chgData name="Marc-André Moreau" userId="d5052b6c-3fb4-48de-8d13-16e608076a66" providerId="ADAL" clId="{F0A062C5-361A-4F32-B648-285AADCDD1BF}" dt="2025-05-30T16:03:10.756" v="17911" actId="1076"/>
          <ac:picMkLst>
            <pc:docMk/>
            <pc:sldMk cId="632083205" sldId="317"/>
            <ac:picMk id="5" creationId="{EB610731-9295-20C1-E612-3FD9807EEC21}"/>
          </ac:picMkLst>
        </pc:picChg>
      </pc:sldChg>
      <pc:sldChg chg="delSp modSp add mod">
        <pc:chgData name="Marc-André Moreau" userId="d5052b6c-3fb4-48de-8d13-16e608076a66" providerId="ADAL" clId="{F0A062C5-361A-4F32-B648-285AADCDD1BF}" dt="2025-05-30T16:21:15.259" v="18099" actId="20577"/>
        <pc:sldMkLst>
          <pc:docMk/>
          <pc:sldMk cId="1443969025" sldId="318"/>
        </pc:sldMkLst>
        <pc:spChg chg="mod">
          <ac:chgData name="Marc-André Moreau" userId="d5052b6c-3fb4-48de-8d13-16e608076a66" providerId="ADAL" clId="{F0A062C5-361A-4F32-B648-285AADCDD1BF}" dt="2025-05-30T16:21:15.259" v="18099" actId="20577"/>
          <ac:spMkLst>
            <pc:docMk/>
            <pc:sldMk cId="1443969025" sldId="318"/>
            <ac:spMk id="2" creationId="{C9F1EBF9-210F-6A7A-017A-145D727632C8}"/>
          </ac:spMkLst>
        </pc:spChg>
        <pc:spChg chg="mod">
          <ac:chgData name="Marc-André Moreau" userId="d5052b6c-3fb4-48de-8d13-16e608076a66" providerId="ADAL" clId="{F0A062C5-361A-4F32-B648-285AADCDD1BF}" dt="2025-05-30T16:20:22.713" v="18040" actId="207"/>
          <ac:spMkLst>
            <pc:docMk/>
            <pc:sldMk cId="1443969025" sldId="318"/>
            <ac:spMk id="3" creationId="{B7E74551-3BAA-65C0-7F20-A187CE7A03F4}"/>
          </ac:spMkLst>
        </pc:spChg>
      </pc:sldChg>
      <pc:sldChg chg="modSp add mod">
        <pc:chgData name="Marc-André Moreau" userId="d5052b6c-3fb4-48de-8d13-16e608076a66" providerId="ADAL" clId="{F0A062C5-361A-4F32-B648-285AADCDD1BF}" dt="2025-05-30T16:27:39.453" v="18449" actId="20577"/>
        <pc:sldMkLst>
          <pc:docMk/>
          <pc:sldMk cId="2702404667" sldId="319"/>
        </pc:sldMkLst>
        <pc:spChg chg="mod">
          <ac:chgData name="Marc-André Moreau" userId="d5052b6c-3fb4-48de-8d13-16e608076a66" providerId="ADAL" clId="{F0A062C5-361A-4F32-B648-285AADCDD1BF}" dt="2025-05-30T16:27:32.156" v="18445" actId="20577"/>
          <ac:spMkLst>
            <pc:docMk/>
            <pc:sldMk cId="2702404667" sldId="319"/>
            <ac:spMk id="2" creationId="{81574F22-F528-A198-4E61-9849801FFEBE}"/>
          </ac:spMkLst>
        </pc:spChg>
        <pc:spChg chg="mod">
          <ac:chgData name="Marc-André Moreau" userId="d5052b6c-3fb4-48de-8d13-16e608076a66" providerId="ADAL" clId="{F0A062C5-361A-4F32-B648-285AADCDD1BF}" dt="2025-05-30T16:27:39.453" v="18449" actId="20577"/>
          <ac:spMkLst>
            <pc:docMk/>
            <pc:sldMk cId="2702404667" sldId="319"/>
            <ac:spMk id="3" creationId="{8581613C-BC52-5969-2546-1DDA28B9A1FF}"/>
          </ac:spMkLst>
        </pc:spChg>
      </pc:sldChg>
      <pc:sldChg chg="addSp delSp modSp add mod">
        <pc:chgData name="Marc-André Moreau" userId="d5052b6c-3fb4-48de-8d13-16e608076a66" providerId="ADAL" clId="{F0A062C5-361A-4F32-B648-285AADCDD1BF}" dt="2025-05-30T16:34:05.746" v="18522" actId="20577"/>
        <pc:sldMkLst>
          <pc:docMk/>
          <pc:sldMk cId="3292562687" sldId="320"/>
        </pc:sldMkLst>
        <pc:spChg chg="mod">
          <ac:chgData name="Marc-André Moreau" userId="d5052b6c-3fb4-48de-8d13-16e608076a66" providerId="ADAL" clId="{F0A062C5-361A-4F32-B648-285AADCDD1BF}" dt="2025-05-30T16:34:05.746" v="18522" actId="20577"/>
          <ac:spMkLst>
            <pc:docMk/>
            <pc:sldMk cId="3292562687" sldId="320"/>
            <ac:spMk id="2" creationId="{B507A0F5-7872-1949-3E0D-BB14876FB498}"/>
          </ac:spMkLst>
        </pc:spChg>
        <pc:picChg chg="add mod">
          <ac:chgData name="Marc-André Moreau" userId="d5052b6c-3fb4-48de-8d13-16e608076a66" providerId="ADAL" clId="{F0A062C5-361A-4F32-B648-285AADCDD1BF}" dt="2025-05-30T16:33:14.197" v="18456" actId="1076"/>
          <ac:picMkLst>
            <pc:docMk/>
            <pc:sldMk cId="3292562687" sldId="320"/>
            <ac:picMk id="7" creationId="{40EE8495-862E-AC8D-F479-8DC7CD6F031E}"/>
          </ac:picMkLst>
        </pc:picChg>
        <pc:picChg chg="add mod">
          <ac:chgData name="Marc-André Moreau" userId="d5052b6c-3fb4-48de-8d13-16e608076a66" providerId="ADAL" clId="{F0A062C5-361A-4F32-B648-285AADCDD1BF}" dt="2025-05-30T16:33:49.395" v="18460" actId="1076"/>
          <ac:picMkLst>
            <pc:docMk/>
            <pc:sldMk cId="3292562687" sldId="320"/>
            <ac:picMk id="9" creationId="{01F7B10A-DB01-6D0D-88CF-1A482CE292E8}"/>
          </ac:picMkLst>
        </pc:picChg>
      </pc:sldChg>
      <pc:sldChg chg="addSp delSp modSp add mod ord">
        <pc:chgData name="Marc-André Moreau" userId="d5052b6c-3fb4-48de-8d13-16e608076a66" providerId="ADAL" clId="{F0A062C5-361A-4F32-B648-285AADCDD1BF}" dt="2025-05-30T16:49:26.541" v="18868" actId="20577"/>
        <pc:sldMkLst>
          <pc:docMk/>
          <pc:sldMk cId="1760349040" sldId="321"/>
        </pc:sldMkLst>
        <pc:spChg chg="mod">
          <ac:chgData name="Marc-André Moreau" userId="d5052b6c-3fb4-48de-8d13-16e608076a66" providerId="ADAL" clId="{F0A062C5-361A-4F32-B648-285AADCDD1BF}" dt="2025-05-30T16:49:26.541" v="18868" actId="20577"/>
          <ac:spMkLst>
            <pc:docMk/>
            <pc:sldMk cId="1760349040" sldId="321"/>
            <ac:spMk id="2" creationId="{AAF44988-DCC6-BD77-EF61-2F4A48442D50}"/>
          </ac:spMkLst>
        </pc:spChg>
        <pc:spChg chg="mod">
          <ac:chgData name="Marc-André Moreau" userId="d5052b6c-3fb4-48de-8d13-16e608076a66" providerId="ADAL" clId="{F0A062C5-361A-4F32-B648-285AADCDD1BF}" dt="2025-05-30T16:45:51.811" v="18823" actId="20577"/>
          <ac:spMkLst>
            <pc:docMk/>
            <pc:sldMk cId="1760349040" sldId="321"/>
            <ac:spMk id="3" creationId="{25DC3ACC-327E-0DFD-152B-D6D792F11C8D}"/>
          </ac:spMkLst>
        </pc:spChg>
        <pc:picChg chg="add mod">
          <ac:chgData name="Marc-André Moreau" userId="d5052b6c-3fb4-48de-8d13-16e608076a66" providerId="ADAL" clId="{F0A062C5-361A-4F32-B648-285AADCDD1BF}" dt="2025-05-30T16:45:56.874" v="18824" actId="1076"/>
          <ac:picMkLst>
            <pc:docMk/>
            <pc:sldMk cId="1760349040" sldId="321"/>
            <ac:picMk id="8" creationId="{299A0383-470A-35E1-A3BF-117E3D75D0C0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5-30T16:49:48.699" v="18878" actId="1076"/>
        <pc:sldMkLst>
          <pc:docMk/>
          <pc:sldMk cId="4098194633" sldId="322"/>
        </pc:sldMkLst>
        <pc:spChg chg="mod">
          <ac:chgData name="Marc-André Moreau" userId="d5052b6c-3fb4-48de-8d13-16e608076a66" providerId="ADAL" clId="{F0A062C5-361A-4F32-B648-285AADCDD1BF}" dt="2025-05-30T16:49:32.089" v="18874" actId="20577"/>
          <ac:spMkLst>
            <pc:docMk/>
            <pc:sldMk cId="4098194633" sldId="322"/>
            <ac:spMk id="2" creationId="{B59EDFE8-EE4C-6DBC-8A51-B400E44B7238}"/>
          </ac:spMkLst>
        </pc:spChg>
        <pc:picChg chg="add mod">
          <ac:chgData name="Marc-André Moreau" userId="d5052b6c-3fb4-48de-8d13-16e608076a66" providerId="ADAL" clId="{F0A062C5-361A-4F32-B648-285AADCDD1BF}" dt="2025-05-30T16:49:48.699" v="18878" actId="1076"/>
          <ac:picMkLst>
            <pc:docMk/>
            <pc:sldMk cId="4098194633" sldId="322"/>
            <ac:picMk id="5" creationId="{9F36935C-0B3D-1409-35AA-39AAC6E5618D}"/>
          </ac:picMkLst>
        </pc:picChg>
        <pc:picChg chg="add mod">
          <ac:chgData name="Marc-André Moreau" userId="d5052b6c-3fb4-48de-8d13-16e608076a66" providerId="ADAL" clId="{F0A062C5-361A-4F32-B648-285AADCDD1BF}" dt="2025-05-30T16:49:46.350" v="18877" actId="1076"/>
          <ac:picMkLst>
            <pc:docMk/>
            <pc:sldMk cId="4098194633" sldId="322"/>
            <ac:picMk id="10" creationId="{BC950AE5-5A05-2CD1-5584-96E7489F4885}"/>
          </ac:picMkLst>
        </pc:picChg>
      </pc:sldChg>
      <pc:sldChg chg="addSp delSp modSp add mod">
        <pc:chgData name="Marc-André Moreau" userId="d5052b6c-3fb4-48de-8d13-16e608076a66" providerId="ADAL" clId="{F0A062C5-361A-4F32-B648-285AADCDD1BF}" dt="2025-05-30T16:48:41.216" v="18866" actId="1076"/>
        <pc:sldMkLst>
          <pc:docMk/>
          <pc:sldMk cId="3497445376" sldId="323"/>
        </pc:sldMkLst>
        <pc:spChg chg="mod">
          <ac:chgData name="Marc-André Moreau" userId="d5052b6c-3fb4-48de-8d13-16e608076a66" providerId="ADAL" clId="{F0A062C5-361A-4F32-B648-285AADCDD1BF}" dt="2025-05-30T16:48:09.606" v="18858" actId="20577"/>
          <ac:spMkLst>
            <pc:docMk/>
            <pc:sldMk cId="3497445376" sldId="323"/>
            <ac:spMk id="2" creationId="{6D2BC9B9-0EF5-15A0-B48A-F22A56243947}"/>
          </ac:spMkLst>
        </pc:spChg>
        <pc:picChg chg="add mod">
          <ac:chgData name="Marc-André Moreau" userId="d5052b6c-3fb4-48de-8d13-16e608076a66" providerId="ADAL" clId="{F0A062C5-361A-4F32-B648-285AADCDD1BF}" dt="2025-05-30T16:48:41.216" v="18866" actId="1076"/>
          <ac:picMkLst>
            <pc:docMk/>
            <pc:sldMk cId="3497445376" sldId="323"/>
            <ac:picMk id="4" creationId="{640203EC-5638-D910-A5FE-0FD51A0AED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6750A-85F5-FC41-BABA-5F5964D2C956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E67F5-0C8C-5044-846D-9A50969D1F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777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43523-5D73-D8F5-F6E3-6CE629D4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1214FB-F5E3-E497-BEC4-B313FCA9C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74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1687BC-C587-44B4-046C-472384F6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162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93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43566-376B-679F-040A-F0C579AAB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648A12-4BF3-E287-9AE5-87E4D08B6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 dirty="0"/>
              <a:t>Modifier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516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65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28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B51A7-15E2-0D56-B8A0-6D94CDE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E9FBF-4AA9-E359-DE5C-B4B5D9A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5DF96-28F5-7905-EC49-8F46A2B6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3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E2A64-7538-0835-84A9-3BE61A1D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89031"/>
          </a:xfrm>
        </p:spPr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70C4B2-84A5-20A9-829A-E5F48DE44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6C389B-CCD4-F374-B084-2734097C9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DBC1BD-CAF3-BA08-2FF4-8D7AF9200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534ACA-9825-7BEB-E8DA-D0096028F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7B0052-2DD3-6221-A851-3795BA5D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CE48E5-A3DD-1D98-D3B0-E2BE36FA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9720BD-A7F8-5449-1A33-F8AE8790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27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63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35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B51A7-15E2-0D56-B8A0-6D94CDE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E9FBF-4AA9-E359-DE5C-B4B5D9A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5DF96-28F5-7905-EC49-8F46A2B6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892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E2A64-7538-0835-84A9-3BE61A1D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89031"/>
          </a:xfrm>
        </p:spPr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70C4B2-84A5-20A9-829A-E5F48DE44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6C389B-CCD4-F374-B084-2734097C9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DBC1BD-CAF3-BA08-2FF4-8D7AF9200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534ACA-9825-7BEB-E8DA-D0096028F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7B0052-2DD3-6221-A851-3795BA5D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CE48E5-A3DD-1D98-D3B0-E2BE36FA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9720BD-A7F8-5449-1A33-F8AE8790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90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218ED-456E-543F-2D59-D3241F0C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27749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0FC4E-F58F-AF93-2F6C-1E88FAAC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D4E4A8-5816-B3A4-EB9A-D724D4DB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0104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690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713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475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8A444-2EDD-3BF0-CFFB-772F89F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FAC7F-5CEA-48DA-C094-1F0FEBDE6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778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218ED-456E-543F-2D59-D3241F0C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0FC4E-F58F-AF93-2F6C-1E88FAAC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D4E4A8-5816-B3A4-EB9A-D724D4DB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643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FA6C7-7938-6AC8-E619-0CF99931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2F8FF0-240C-84DD-C805-94B87100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346007-E5E1-EC99-1610-CBB5199F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290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B51A7-15E2-0D56-B8A0-6D94CDE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E9FBF-4AA9-E359-DE5C-B4B5D9A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5DF96-28F5-7905-EC49-8F46A2B6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276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8A444-2EDD-3BF0-CFFB-772F89F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FAC7F-5CEA-48DA-C094-1F0FEBDE6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06485"/>
            <a:ext cx="5181600" cy="3970477"/>
          </a:xfrm>
        </p:spPr>
        <p:txBody>
          <a:bodyPr/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1D2BC5-F32A-7C1B-F7E1-AF9699E2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06487"/>
            <a:ext cx="5181600" cy="3970476"/>
          </a:xfrm>
        </p:spPr>
        <p:txBody>
          <a:bodyPr/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8663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CB3DBDBB-A86D-8A31-EC1D-B2E807897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6524"/>
            <a:ext cx="9144000" cy="269612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128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07892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0047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61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23639FF-DC9B-EDDD-E3A2-606CDEF48A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94640F7-AA23-F36D-3877-6C532E37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330" y="2532614"/>
            <a:ext cx="5529470" cy="6455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AB0C15-8C5A-22A7-1AD9-570C330D0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4328" y="3240157"/>
            <a:ext cx="5529471" cy="2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dirty="0"/>
              <a:t>Si besoin, détails…</a:t>
            </a:r>
          </a:p>
        </p:txBody>
      </p:sp>
    </p:spTree>
    <p:extLst>
      <p:ext uri="{BB962C8B-B14F-4D97-AF65-F5344CB8AC3E}">
        <p14:creationId xmlns:p14="http://schemas.microsoft.com/office/powerpoint/2010/main" val="315111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4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CD777E6-11C9-F2CF-915C-201A7302031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9595"/>
            <a:ext cx="10515600" cy="4393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texte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208A2A9-3795-8C1D-B0F5-169E135D14E8}"/>
              </a:ext>
            </a:extLst>
          </p:cNvPr>
          <p:cNvCxnSpPr/>
          <p:nvPr userDrawn="1"/>
        </p:nvCxnSpPr>
        <p:spPr>
          <a:xfrm>
            <a:off x="900111" y="1159153"/>
            <a:ext cx="71294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57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8" r:id="rId2"/>
    <p:sldLayoutId id="2147483679" r:id="rId3"/>
    <p:sldLayoutId id="214748367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513EC4D-A790-D332-58A0-5F81D5A896B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9595"/>
            <a:ext cx="10515600" cy="4393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567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F69F5CF-FABE-3B90-F9BD-C978A37EA28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052"/>
            <a:ext cx="10515600" cy="471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z="2400" dirty="0"/>
              <a:t>texte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278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0" r:id="rId2"/>
    <p:sldLayoutId id="2147483691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A69AC77-1042-9959-B4DF-5C67732E0F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26365"/>
            <a:ext cx="10515600" cy="3950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76564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6" r:id="rId2"/>
    <p:sldLayoutId id="2147483667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A8DF482-B81C-F87E-D866-1BCA0938BC6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7991"/>
            <a:ext cx="10515600" cy="244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Si vous avez des questions…</a:t>
            </a:r>
          </a:p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730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2" r:id="rId2"/>
    <p:sldLayoutId id="214748370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borean93/PSDetour" TargetMode="External"/><Relationship Id="rId2" Type="http://schemas.openxmlformats.org/officeDocument/2006/relationships/hyperlink" Target="https://b.poc.fun/decrypting-schannel-tls-part-1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st.github.com/jborean93/6c1f1b3130f2675f1618da56633eb1fa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Devolutions/devolutions-labs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ireshark.org/download.html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wakecoding/AwakeCoding.DebugTools" TargetMode="External"/><Relationship Id="rId2" Type="http://schemas.openxmlformats.org/officeDocument/2006/relationships/hyperlink" Target="https://github.com/awakecoding/wireshark-rdp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awakecoding/wireshark-rdp" TargetMode="Externa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openspecs/windows_protocols/ms-rdpeci/7be99a27-1c39-47f1-a76a-e38869ee892a" TargetMode="Externa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openspecs/windows_protocols/ms-rdpeci/878234cd-1fcc-45bc-8099-d16762877de8" TargetMode="Externa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522AA-1D58-007A-0308-9B2DF972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noProof="0" dirty="0"/>
              <a:t>Déchiffrement et analyse du trafic RDP dans Wireshark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884B6-2FA0-5A17-0CEE-5D0606DD8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328" y="5239909"/>
            <a:ext cx="5529471" cy="937053"/>
          </a:xfrm>
        </p:spPr>
        <p:txBody>
          <a:bodyPr>
            <a:normAutofit fontScale="70000" lnSpcReduction="20000"/>
          </a:bodyPr>
          <a:lstStyle/>
          <a:p>
            <a:r>
              <a:rPr lang="fr-FR" b="1" noProof="0" dirty="0" err="1"/>
              <a:t>Marc-Andr</a:t>
            </a:r>
            <a:r>
              <a:rPr lang="fr-FR" b="1" dirty="0"/>
              <a:t>é Moreau</a:t>
            </a:r>
          </a:p>
          <a:p>
            <a:r>
              <a:rPr lang="fr-FR" b="1" noProof="0" dirty="0"/>
              <a:t>Directeur de la technologie, Devolutions</a:t>
            </a:r>
          </a:p>
        </p:txBody>
      </p:sp>
    </p:spTree>
    <p:extLst>
      <p:ext uri="{BB962C8B-B14F-4D97-AF65-F5344CB8AC3E}">
        <p14:creationId xmlns:p14="http://schemas.microsoft.com/office/powerpoint/2010/main" val="3354557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9495-2FAD-0F8D-AF30-59435889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41AB7D-8158-A0C5-0B5A-6D608E13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000" noProof="0" dirty="0"/>
              <a:t>Survol des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6FBC83-433C-7F3E-75B6-62DAFC6B5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3980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AAAE-CD5E-B8E2-F8CF-F0C31818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530CB-F014-A578-8769-503A4912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Journalisation des secrets TLS « </a:t>
            </a:r>
            <a:r>
              <a:rPr lang="fr-FR" noProof="0" dirty="0" err="1"/>
              <a:t>pre</a:t>
            </a:r>
            <a:r>
              <a:rPr lang="fr-FR" noProof="0" dirty="0"/>
              <a:t>-master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545EFB-59AB-C512-B804-285881C25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noProof="0" dirty="0">
                <a:solidFill>
                  <a:srgbClr val="0070C0"/>
                </a:solidFill>
              </a:rPr>
              <a:t>Les secrets TLS </a:t>
            </a:r>
            <a:r>
              <a:rPr lang="fr-FR" sz="2800" noProof="0" dirty="0" err="1">
                <a:solidFill>
                  <a:srgbClr val="0070C0"/>
                </a:solidFill>
              </a:rPr>
              <a:t>pre</a:t>
            </a:r>
            <a:r>
              <a:rPr lang="fr-FR" sz="2800" noProof="0" dirty="0">
                <a:solidFill>
                  <a:srgbClr val="0070C0"/>
                </a:solidFill>
              </a:rPr>
              <a:t>-master sont utilisés pour dériver les </a:t>
            </a:r>
            <a:r>
              <a:rPr lang="fr-FR" sz="2800" b="1" noProof="0" dirty="0">
                <a:solidFill>
                  <a:srgbClr val="0070C0"/>
                </a:solidFill>
              </a:rPr>
              <a:t>clés de session</a:t>
            </a:r>
          </a:p>
          <a:p>
            <a:endParaRPr lang="fr-FR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La clé privée du serveur sert uniquement à authentifier </a:t>
            </a:r>
            <a:r>
              <a:rPr lang="fr-FR" b="1" noProof="0" dirty="0"/>
              <a:t>l’échange de clés</a:t>
            </a:r>
          </a:p>
          <a:p>
            <a:pPr marL="1028700" lvl="1" indent="-342900"/>
            <a:r>
              <a:rPr lang="fr-FR" noProof="0" dirty="0"/>
              <a:t>Avec les algorithmes permettant le </a:t>
            </a:r>
            <a:r>
              <a:rPr lang="fr-FR" noProof="0" dirty="0" err="1"/>
              <a:t>Perfect</a:t>
            </a:r>
            <a:r>
              <a:rPr lang="fr-FR" noProof="0" dirty="0"/>
              <a:t> </a:t>
            </a:r>
            <a:r>
              <a:rPr lang="fr-FR" noProof="0" dirty="0" err="1"/>
              <a:t>Forward</a:t>
            </a:r>
            <a:r>
              <a:rPr lang="fr-FR" noProof="0" dirty="0"/>
              <a:t> </a:t>
            </a:r>
            <a:r>
              <a:rPr lang="fr-FR" noProof="0" dirty="0" err="1"/>
              <a:t>Secrecy</a:t>
            </a:r>
            <a:r>
              <a:rPr lang="fr-FR" noProof="0" dirty="0"/>
              <a:t> (PFS)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 err="1"/>
              <a:t>SChannel</a:t>
            </a:r>
            <a:r>
              <a:rPr lang="fr-FR" noProof="0" dirty="0"/>
              <a:t> dans Windows isole les secrets TLS </a:t>
            </a:r>
            <a:r>
              <a:rPr lang="fr-FR" noProof="0" dirty="0" err="1"/>
              <a:t>pre</a:t>
            </a:r>
            <a:r>
              <a:rPr lang="fr-FR" noProof="0" dirty="0"/>
              <a:t>-master dans LSA</a:t>
            </a:r>
          </a:p>
          <a:p>
            <a:pPr marL="1028700" lvl="1" indent="-342900"/>
            <a:r>
              <a:rPr lang="fr-FR" b="1" noProof="0" dirty="0"/>
              <a:t>LSA est un processus protégé</a:t>
            </a:r>
            <a:r>
              <a:rPr lang="fr-FR" noProof="0" dirty="0"/>
              <a:t>, mais tous les secrets sont à un endroit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Les autres librairies TLS n’isolent pas les secrets TLS </a:t>
            </a:r>
            <a:r>
              <a:rPr lang="fr-FR" noProof="0" dirty="0" err="1"/>
              <a:t>pre</a:t>
            </a:r>
            <a:r>
              <a:rPr lang="fr-FR" noProof="0" dirty="0"/>
              <a:t>-master dans LSA</a:t>
            </a:r>
          </a:p>
          <a:p>
            <a:pPr marL="1028700" lvl="1" indent="-342900"/>
            <a:r>
              <a:rPr lang="fr-FR" noProof="0" dirty="0"/>
              <a:t>Par contre, plusieurs applications supportent la variable d’environnement « </a:t>
            </a:r>
            <a:r>
              <a:rPr lang="fr-FR" b="1" noProof="0" dirty="0"/>
              <a:t>SSLKEYLOGFILE</a:t>
            </a:r>
            <a:r>
              <a:rPr lang="fr-FR" noProof="0" dirty="0"/>
              <a:t> »</a:t>
            </a:r>
          </a:p>
          <a:p>
            <a:pPr marL="1028700" lvl="1" indent="-34290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6599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26B7-FC24-0C34-6A34-500F03ACB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11DE2-FDD0-5FAD-EB8D-A729565A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Méthode d’extraction des secrets de LSA (références)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1912B9-0E83-AA3B-4141-3CC393E47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b="1" noProof="0" dirty="0">
                <a:solidFill>
                  <a:srgbClr val="0070C0"/>
                </a:solidFill>
              </a:rPr>
              <a:t>Interception d’appels de fonctions dans LSA</a:t>
            </a:r>
          </a:p>
          <a:p>
            <a:r>
              <a:rPr lang="fr-FR" noProof="0" dirty="0">
                <a:solidFill>
                  <a:schemeClr val="tx1"/>
                </a:solidFill>
                <a:hlinkClick r:id="rId2"/>
              </a:rPr>
              <a:t>https://b.poc.fun/decrypting-schannel-tls-part-1/</a:t>
            </a:r>
            <a:endParaRPr lang="fr-FR" noProof="0" dirty="0">
              <a:solidFill>
                <a:schemeClr val="tx1"/>
              </a:solidFill>
            </a:endParaRPr>
          </a:p>
          <a:p>
            <a:endParaRPr lang="fr-FR" noProof="0" dirty="0"/>
          </a:p>
          <a:p>
            <a:r>
              <a:rPr lang="fr-FR" sz="2800" b="1" noProof="0" dirty="0">
                <a:solidFill>
                  <a:srgbClr val="0070C0"/>
                </a:solidFill>
              </a:rPr>
              <a:t>Module PowerShell </a:t>
            </a:r>
            <a:r>
              <a:rPr lang="fr-FR" sz="2800" b="1" noProof="0" dirty="0" err="1">
                <a:solidFill>
                  <a:srgbClr val="0070C0"/>
                </a:solidFill>
              </a:rPr>
              <a:t>PSDetour</a:t>
            </a:r>
            <a:endParaRPr lang="fr-FR" sz="2800" b="1" noProof="0" dirty="0">
              <a:solidFill>
                <a:srgbClr val="0070C0"/>
              </a:solidFill>
            </a:endParaRPr>
          </a:p>
          <a:p>
            <a:r>
              <a:rPr lang="fr-FR" noProof="0" dirty="0">
                <a:solidFill>
                  <a:schemeClr val="tx1"/>
                </a:solidFill>
                <a:hlinkClick r:id="rId3"/>
              </a:rPr>
              <a:t>https://github.com/jborean93/PSDetour</a:t>
            </a:r>
            <a:endParaRPr lang="fr-FR" noProof="0" dirty="0">
              <a:solidFill>
                <a:schemeClr val="tx1"/>
              </a:solidFill>
            </a:endParaRPr>
          </a:p>
          <a:p>
            <a:endParaRPr lang="fr-FR" noProof="0" dirty="0"/>
          </a:p>
          <a:p>
            <a:r>
              <a:rPr lang="fr-FR" sz="2800" b="1" noProof="0" dirty="0">
                <a:solidFill>
                  <a:srgbClr val="0070C0"/>
                </a:solidFill>
              </a:rPr>
              <a:t>Script tls-keylogger.ps1 original de Jordan </a:t>
            </a:r>
            <a:r>
              <a:rPr lang="fr-FR" sz="2800" b="1" noProof="0" dirty="0" err="1">
                <a:solidFill>
                  <a:srgbClr val="0070C0"/>
                </a:solidFill>
              </a:rPr>
              <a:t>Borean</a:t>
            </a:r>
            <a:endParaRPr lang="fr-FR" sz="2800" b="1" noProof="0" dirty="0">
              <a:solidFill>
                <a:srgbClr val="0070C0"/>
              </a:solidFill>
            </a:endParaRPr>
          </a:p>
          <a:p>
            <a:r>
              <a:rPr lang="fr-FR" noProof="0" dirty="0">
                <a:hlinkClick r:id="rId4"/>
              </a:rPr>
              <a:t>https://gist.github.com/jborean93/6c1f1b3130f2675f1618da56633eb1fa</a:t>
            </a:r>
            <a:endParaRPr lang="fr-FR" noProof="0" dirty="0"/>
          </a:p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8936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04F4-D777-C533-58B4-0829C840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85539A-E322-2C01-F0DE-7390EDAE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Journalisation des paquets au niveau de l’application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7825D5-30F1-CC88-6498-05F93EE7C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noProof="0" dirty="0">
                <a:solidFill>
                  <a:srgbClr val="0070C0"/>
                </a:solidFill>
              </a:rPr>
              <a:t>Pourquoi ne pas exporter les paquets dans un fichier texte?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L’inspection manuelle d’un « </a:t>
            </a:r>
            <a:r>
              <a:rPr lang="fr-FR" noProof="0" dirty="0" err="1"/>
              <a:t>hex</a:t>
            </a:r>
            <a:r>
              <a:rPr lang="fr-FR" noProof="0" dirty="0"/>
              <a:t> dump » est longue et pénible</a:t>
            </a:r>
          </a:p>
          <a:p>
            <a:endParaRPr lang="fr-FR" noProof="0" dirty="0"/>
          </a:p>
          <a:p>
            <a:r>
              <a:rPr lang="fr-FR" sz="2800" noProof="0" dirty="0">
                <a:solidFill>
                  <a:srgbClr val="0070C0"/>
                </a:solidFill>
              </a:rPr>
              <a:t>Fabriquer une capture Wireshark à la mitaine est compliqué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Il faut reconstruire les entêtes TCP/IP avec un faux client et serveur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Wireshark est confus par l’absence de TLS sur le port TCP/3389</a:t>
            </a:r>
          </a:p>
        </p:txBody>
      </p:sp>
    </p:spTree>
    <p:extLst>
      <p:ext uri="{BB962C8B-B14F-4D97-AF65-F5344CB8AC3E}">
        <p14:creationId xmlns:p14="http://schemas.microsoft.com/office/powerpoint/2010/main" val="332281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6FB87-8E68-B944-4848-E7AF5A406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D55B4-D76D-9599-36D5-E3DC04A7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Relai réseau avec inspection TLS (« MITM proxy »)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C3CD56-9FC3-F399-E26F-A53DB9E32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noProof="0" dirty="0" err="1">
                <a:solidFill>
                  <a:srgbClr val="0070C0"/>
                </a:solidFill>
              </a:rPr>
              <a:t>CredSSP</a:t>
            </a:r>
            <a:r>
              <a:rPr lang="fr-FR" sz="2800" noProof="0" dirty="0">
                <a:solidFill>
                  <a:srgbClr val="0070C0"/>
                </a:solidFill>
              </a:rPr>
              <a:t> a une protection anti-MITM intégrée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Étape « public key </a:t>
            </a:r>
            <a:r>
              <a:rPr lang="fr-FR" noProof="0" dirty="0" err="1"/>
              <a:t>echo</a:t>
            </a:r>
            <a:r>
              <a:rPr lang="fr-FR" noProof="0" dirty="0"/>
              <a:t> » de </a:t>
            </a:r>
            <a:r>
              <a:rPr lang="fr-FR" noProof="0" dirty="0" err="1"/>
              <a:t>CredSSP</a:t>
            </a:r>
            <a:endParaRPr lang="fr-FR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« Channel Binding </a:t>
            </a:r>
            <a:r>
              <a:rPr lang="fr-FR" noProof="0" dirty="0" err="1"/>
              <a:t>Token</a:t>
            </a:r>
            <a:r>
              <a:rPr lang="fr-FR" noProof="0" dirty="0"/>
              <a:t> » (CBT) </a:t>
            </a:r>
            <a:r>
              <a:rPr lang="fr-FR" dirty="0"/>
              <a:t>de NTLM/Kerberos</a:t>
            </a:r>
          </a:p>
          <a:p>
            <a:pPr marL="1028700" lvl="1" indent="-342900"/>
            <a:r>
              <a:rPr lang="fr-FR" noProof="0" dirty="0"/>
              <a:t>Aussi appelé</a:t>
            </a:r>
            <a:r>
              <a:rPr lang="fr-FR" dirty="0"/>
              <a:t> « Extended Protection for </a:t>
            </a:r>
            <a:r>
              <a:rPr lang="fr-FR" dirty="0" err="1"/>
              <a:t>Authentication</a:t>
            </a:r>
            <a:r>
              <a:rPr lang="fr-FR" dirty="0"/>
              <a:t> » (EPA)</a:t>
            </a:r>
            <a:endParaRPr lang="fr-FR" noProof="0" dirty="0"/>
          </a:p>
          <a:p>
            <a:endParaRPr lang="fr-FR" noProof="0" dirty="0"/>
          </a:p>
          <a:p>
            <a:r>
              <a:rPr lang="fr-FR" sz="2800" noProof="0" dirty="0">
                <a:solidFill>
                  <a:srgbClr val="0070C0"/>
                </a:solidFill>
              </a:rPr>
              <a:t>RDP utilise du trafic pré-TLS (négociation X.224)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Les outils courants s’attendent à du TLS « propre »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9516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F246-0EFB-918B-3AAC-382D06A3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EB2DA-8B39-E0F9-7529-A52A9097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Utilisation de la clé privée RSA du serveur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9AB306-1097-DFC6-B9D5-A02E34B94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Exporter la clé privée RSA du serveur était une technique courante avec les anciennes versions de TLS, </a:t>
            </a:r>
            <a:r>
              <a:rPr lang="fr-FR" sz="2800" b="1" dirty="0"/>
              <a:t>mais ce n’est plus le cas</a:t>
            </a:r>
            <a:r>
              <a:rPr lang="fr-FR" sz="2800" dirty="0"/>
              <a:t>. </a:t>
            </a:r>
          </a:p>
          <a:p>
            <a:endParaRPr lang="fr-FR" sz="2800" dirty="0"/>
          </a:p>
          <a:p>
            <a:r>
              <a:rPr lang="fr-FR" sz="2800" dirty="0"/>
              <a:t>N’essayez pas de forcer les algorithmes de chiffrement faibles avec des anciennes versions de TLS, vous allez juste briser votre machine Windows.</a:t>
            </a:r>
            <a:endParaRPr lang="fr-FR" sz="2800" noProof="0" dirty="0"/>
          </a:p>
        </p:txBody>
      </p:sp>
    </p:spTree>
    <p:extLst>
      <p:ext uri="{BB962C8B-B14F-4D97-AF65-F5344CB8AC3E}">
        <p14:creationId xmlns:p14="http://schemas.microsoft.com/office/powerpoint/2010/main" val="4125585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81D1-EDAB-0EAC-AED1-11AC0690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B121DA-91E7-1A98-7AD1-10AC8915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Résumé des techniques de déchiffrement TLS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55572B2-49CE-3148-4FA0-40DAD73FE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609483"/>
              </p:ext>
            </p:extLst>
          </p:nvPr>
        </p:nvGraphicFramePr>
        <p:xfrm>
          <a:off x="447840" y="1501430"/>
          <a:ext cx="11296319" cy="4461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9903">
                  <a:extLst>
                    <a:ext uri="{9D8B030D-6E8A-4147-A177-3AD203B41FA5}">
                      <a16:colId xmlns:a16="http://schemas.microsoft.com/office/drawing/2014/main" val="2699859792"/>
                    </a:ext>
                  </a:extLst>
                </a:gridCol>
                <a:gridCol w="6389431">
                  <a:extLst>
                    <a:ext uri="{9D8B030D-6E8A-4147-A177-3AD203B41FA5}">
                      <a16:colId xmlns:a16="http://schemas.microsoft.com/office/drawing/2014/main" val="406049462"/>
                    </a:ext>
                  </a:extLst>
                </a:gridCol>
                <a:gridCol w="2046985">
                  <a:extLst>
                    <a:ext uri="{9D8B030D-6E8A-4147-A177-3AD203B41FA5}">
                      <a16:colId xmlns:a16="http://schemas.microsoft.com/office/drawing/2014/main" val="3342616472"/>
                    </a:ext>
                  </a:extLst>
                </a:gridCol>
              </a:tblGrid>
              <a:tr h="57718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800" noProof="0" dirty="0"/>
                        <a:t>Technique</a:t>
                      </a:r>
                    </a:p>
                  </a:txBody>
                  <a:tcPr marL="89642" marR="89642" marT="44821" marB="4482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800" noProof="0" dirty="0"/>
                        <a:t>Description</a:t>
                      </a:r>
                    </a:p>
                  </a:txBody>
                  <a:tcPr marL="89642" marR="89642" marT="44821" marB="44821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800" noProof="0" dirty="0" err="1"/>
                        <a:t>Recommendation</a:t>
                      </a:r>
                      <a:endParaRPr lang="fr-FR" sz="1800" noProof="0" dirty="0"/>
                    </a:p>
                  </a:txBody>
                  <a:tcPr marL="89642" marR="89642" marT="44821" marB="44821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67518"/>
                  </a:ext>
                </a:extLst>
              </a:tr>
              <a:tr h="971127">
                <a:tc>
                  <a:txBody>
                    <a:bodyPr/>
                    <a:lstStyle/>
                    <a:p>
                      <a:r>
                        <a:rPr lang="fr-FR" sz="1800" noProof="0" dirty="0"/>
                        <a:t>Journalisation des secrets TLS « </a:t>
                      </a:r>
                      <a:r>
                        <a:rPr lang="fr-FR" sz="1800" noProof="0" dirty="0" err="1"/>
                        <a:t>pre</a:t>
                      </a:r>
                      <a:r>
                        <a:rPr lang="fr-FR" sz="1800" noProof="0" dirty="0"/>
                        <a:t>-master »</a:t>
                      </a:r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r>
                        <a:rPr lang="fr-FR" sz="1800" noProof="0" dirty="0"/>
                        <a:t>Journaliser les secrets TLS « </a:t>
                      </a:r>
                      <a:r>
                        <a:rPr lang="fr-FR" sz="1800" noProof="0" dirty="0" err="1"/>
                        <a:t>pre</a:t>
                      </a:r>
                      <a:r>
                        <a:rPr lang="fr-FR" sz="1800" noProof="0" dirty="0"/>
                        <a:t>-master » dans un fichier texte (SSLKEYLOGFILE)</a:t>
                      </a:r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r>
                        <a:rPr lang="fr-FR" sz="1800" noProof="0" dirty="0"/>
                        <a:t>🙂 Oui!</a:t>
                      </a:r>
                    </a:p>
                  </a:txBody>
                  <a:tcPr marL="89642" marR="89642" marT="44821" marB="44821"/>
                </a:tc>
                <a:extLst>
                  <a:ext uri="{0D108BD9-81ED-4DB2-BD59-A6C34878D82A}">
                    <a16:rowId xmlns:a16="http://schemas.microsoft.com/office/drawing/2014/main" val="359937517"/>
                  </a:ext>
                </a:extLst>
              </a:tr>
              <a:tr h="971127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/>
                        <a:t>Journalisation au niveau de l’application</a:t>
                      </a:r>
                    </a:p>
                    <a:p>
                      <a:endParaRPr lang="fr-FR" sz="1800" noProof="0" dirty="0"/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/>
                        <a:t>Journaliser les paquets déchiffrés sous forme de « </a:t>
                      </a:r>
                      <a:r>
                        <a:rPr lang="fr-FR" sz="1800" noProof="0" dirty="0" err="1"/>
                        <a:t>hex</a:t>
                      </a:r>
                      <a:r>
                        <a:rPr lang="fr-FR" sz="1800" noProof="0" dirty="0"/>
                        <a:t> dump » à partir de l’application</a:t>
                      </a:r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/>
                        <a:t>😐 En dernier recours</a:t>
                      </a:r>
                    </a:p>
                  </a:txBody>
                  <a:tcPr marL="89642" marR="89642" marT="44821" marB="44821"/>
                </a:tc>
                <a:extLst>
                  <a:ext uri="{0D108BD9-81ED-4DB2-BD59-A6C34878D82A}">
                    <a16:rowId xmlns:a16="http://schemas.microsoft.com/office/drawing/2014/main" val="640188473"/>
                  </a:ext>
                </a:extLst>
              </a:tr>
              <a:tr h="971127">
                <a:tc>
                  <a:txBody>
                    <a:bodyPr/>
                    <a:lstStyle/>
                    <a:p>
                      <a:r>
                        <a:rPr lang="fr-FR" sz="1800" noProof="0" dirty="0"/>
                        <a:t>Relai réseau avec inspection TLS</a:t>
                      </a:r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r>
                        <a:rPr lang="fr-FR" sz="1800" noProof="0" dirty="0"/>
                        <a:t>Interception, déchiffrement et re-chiffrement du trafic TLS</a:t>
                      </a:r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/>
                        <a:t>☹️</a:t>
                      </a:r>
                      <a:r>
                        <a:rPr lang="fr-FR" sz="180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 vraiment une option</a:t>
                      </a:r>
                    </a:p>
                    <a:p>
                      <a:endParaRPr lang="fr-FR" sz="1800" noProof="0" dirty="0"/>
                    </a:p>
                  </a:txBody>
                  <a:tcPr marL="89642" marR="89642" marT="44821" marB="44821"/>
                </a:tc>
                <a:extLst>
                  <a:ext uri="{0D108BD9-81ED-4DB2-BD59-A6C34878D82A}">
                    <a16:rowId xmlns:a16="http://schemas.microsoft.com/office/drawing/2014/main" val="4176821612"/>
                  </a:ext>
                </a:extLst>
              </a:tr>
              <a:tr h="971127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/>
                        <a:t>Clé privée RSA du serveur</a:t>
                      </a:r>
                    </a:p>
                    <a:p>
                      <a:endParaRPr lang="fr-FR" sz="1800" noProof="0" dirty="0"/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/>
                        <a:t>Utilisation de la clé privée RSA du serveur pour déchiffrer le trafic</a:t>
                      </a:r>
                    </a:p>
                    <a:p>
                      <a:endParaRPr lang="fr-FR" sz="1800" noProof="0" dirty="0"/>
                    </a:p>
                  </a:txBody>
                  <a:tcPr marL="89642" marR="89642" marT="44821" marB="44821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/>
                        <a:t>☹️</a:t>
                      </a:r>
                      <a:r>
                        <a:rPr lang="fr-FR" sz="180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N’est plus une option viable</a:t>
                      </a:r>
                    </a:p>
                    <a:p>
                      <a:endParaRPr lang="fr-FR" sz="1800" noProof="0" dirty="0"/>
                    </a:p>
                  </a:txBody>
                  <a:tcPr marL="89642" marR="89642" marT="44821" marB="44821"/>
                </a:tc>
                <a:extLst>
                  <a:ext uri="{0D108BD9-81ED-4DB2-BD59-A6C34878D82A}">
                    <a16:rowId xmlns:a16="http://schemas.microsoft.com/office/drawing/2014/main" val="4230428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267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7026-F11E-0746-C970-F68A3857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00235-FBFC-D729-984E-0265FB8A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400" noProof="0" dirty="0"/>
              <a:t>Capture locale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E8564C-38ED-DF92-4E7B-1B9EED2EB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35521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719B-591F-B997-318F-5C809A031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F4208-C1A1-63F5-8A49-3F5A5B6B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Démarrage rapide - 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B3A33-E1D3-FDAC-CE18-D9EE98C5A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4581"/>
            <a:ext cx="10515600" cy="224810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La protection étendue LSA doit être </a:t>
            </a:r>
            <a:r>
              <a:rPr lang="fr-FR" b="1" noProof="0" dirty="0"/>
              <a:t>désactivée</a:t>
            </a:r>
          </a:p>
          <a:p>
            <a:pPr marL="1028700" lvl="1" indent="-342900"/>
            <a:r>
              <a:rPr lang="fr-FR" noProof="0" dirty="0"/>
              <a:t>Ne pas utiliser un appareil de production!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Les connexions RDP </a:t>
            </a:r>
            <a:r>
              <a:rPr lang="fr-FR" b="1" noProof="0" dirty="0"/>
              <a:t>entrantes ou sortantes</a:t>
            </a:r>
            <a:r>
              <a:rPr lang="fr-FR" noProof="0" dirty="0"/>
              <a:t> de la machine Windows de test peuvent être déchiffrées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Installez Wireshark dans la machine virtuelle Windows de test pour l’instant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B76352-DE55-1F8E-D5D6-3B2388EDD0DC}"/>
              </a:ext>
            </a:extLst>
          </p:cNvPr>
          <p:cNvSpPr/>
          <p:nvPr/>
        </p:nvSpPr>
        <p:spPr>
          <a:xfrm>
            <a:off x="5243738" y="1940936"/>
            <a:ext cx="1109134" cy="118533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C167790B-6EDF-5245-4443-7550A29B0D56}"/>
              </a:ext>
            </a:extLst>
          </p:cNvPr>
          <p:cNvCxnSpPr>
            <a:cxnSpLocks/>
          </p:cNvCxnSpPr>
          <p:nvPr/>
        </p:nvCxnSpPr>
        <p:spPr>
          <a:xfrm>
            <a:off x="2206861" y="2529133"/>
            <a:ext cx="3013055" cy="11579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F270AF4D-9B54-8C32-96AF-EFCBAC94D118}"/>
              </a:ext>
            </a:extLst>
          </p:cNvPr>
          <p:cNvCxnSpPr>
            <a:cxnSpLocks/>
          </p:cNvCxnSpPr>
          <p:nvPr/>
        </p:nvCxnSpPr>
        <p:spPr>
          <a:xfrm flipV="1">
            <a:off x="6332170" y="2540711"/>
            <a:ext cx="3013054" cy="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706DC6FC-E645-7CAF-B99F-7E2A1D929D64}"/>
              </a:ext>
            </a:extLst>
          </p:cNvPr>
          <p:cNvSpPr txBox="1"/>
          <p:nvPr/>
        </p:nvSpPr>
        <p:spPr>
          <a:xfrm>
            <a:off x="8295256" y="3001247"/>
            <a:ext cx="3212188" cy="679957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800" b="1" noProof="0" dirty="0">
                <a:solidFill>
                  <a:srgbClr val="0070C0"/>
                </a:solidFill>
              </a:rPr>
              <a:t>Serveur RDP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D1EA53A-3A55-D829-D10D-E964DED673EE}"/>
              </a:ext>
            </a:extLst>
          </p:cNvPr>
          <p:cNvSpPr txBox="1"/>
          <p:nvPr/>
        </p:nvSpPr>
        <p:spPr>
          <a:xfrm>
            <a:off x="3436447" y="3001247"/>
            <a:ext cx="4631528" cy="679957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800" b="1" noProof="0" dirty="0">
                <a:solidFill>
                  <a:srgbClr val="0070C0"/>
                </a:solidFill>
              </a:rPr>
              <a:t>Machine Windows de test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65143D8-0BB1-EE13-EA80-9FAC312AE152}"/>
              </a:ext>
            </a:extLst>
          </p:cNvPr>
          <p:cNvSpPr txBox="1"/>
          <p:nvPr/>
        </p:nvSpPr>
        <p:spPr>
          <a:xfrm>
            <a:off x="196113" y="3001247"/>
            <a:ext cx="3013055" cy="679957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800" b="1" noProof="0" dirty="0">
                <a:solidFill>
                  <a:srgbClr val="0070C0"/>
                </a:solidFill>
              </a:rPr>
              <a:t>Client RDP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3363C1-0BB1-28D6-EE76-03F4E8549692}"/>
              </a:ext>
            </a:extLst>
          </p:cNvPr>
          <p:cNvSpPr txBox="1"/>
          <p:nvPr/>
        </p:nvSpPr>
        <p:spPr>
          <a:xfrm>
            <a:off x="2444734" y="2069928"/>
            <a:ext cx="2105366" cy="943491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353" b="1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RDP (déchiffré)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462A30F-7602-1B30-9892-05135F4DA5A2}"/>
              </a:ext>
            </a:extLst>
          </p:cNvPr>
          <p:cNvSpPr txBox="1"/>
          <p:nvPr/>
        </p:nvSpPr>
        <p:spPr>
          <a:xfrm>
            <a:off x="6518689" y="2084599"/>
            <a:ext cx="2354967" cy="943491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353" b="1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RDP (déchiffré)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D02F75B-888C-7248-599D-0409F7D7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334" y="1351292"/>
            <a:ext cx="570184" cy="57018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2C4319B-A445-9447-E373-F10FC1B4C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80" y="1895216"/>
            <a:ext cx="1273556" cy="127355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EA7EB75-669C-4258-AF0A-B1AC409BF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918" y="1895216"/>
            <a:ext cx="1273556" cy="127355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543C38E-3EE7-874E-A3F0-A32D8B3D7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440" y="1895216"/>
            <a:ext cx="1273556" cy="12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65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F0E18-61C1-B2E0-D4AF-BF39045C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7AA726-95F3-CD84-4571-EFF4003A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Laboratoire Hyper-V (Optionnel)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C69614-D425-9EC3-90E7-DC8E75B18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419"/>
            <a:ext cx="10515600" cy="548811"/>
          </a:xfrm>
        </p:spPr>
        <p:txBody>
          <a:bodyPr/>
          <a:lstStyle/>
          <a:p>
            <a:r>
              <a:rPr lang="fr-FR" noProof="0" dirty="0">
                <a:hlinkClick r:id="rId2"/>
              </a:rPr>
              <a:t>https://github.com/Devolutions/devolutions-labs</a:t>
            </a:r>
            <a:endParaRPr lang="fr-FR" noProof="0" dirty="0"/>
          </a:p>
          <a:p>
            <a:endParaRPr lang="fr-FR" noProof="0" dirty="0"/>
          </a:p>
        </p:txBody>
      </p:sp>
      <p:sp>
        <p:nvSpPr>
          <p:cNvPr id="14" name="Rectangle: Rounded Corners 9">
            <a:extLst>
              <a:ext uri="{FF2B5EF4-FFF2-40B4-BE49-F238E27FC236}">
                <a16:creationId xmlns:a16="http://schemas.microsoft.com/office/drawing/2014/main" id="{EC1E5C1B-E263-BB2D-DF8F-F06CFDC92A66}"/>
              </a:ext>
            </a:extLst>
          </p:cNvPr>
          <p:cNvSpPr/>
          <p:nvPr/>
        </p:nvSpPr>
        <p:spPr>
          <a:xfrm>
            <a:off x="688706" y="1729325"/>
            <a:ext cx="10517019" cy="43136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765" noProof="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3CF6769-A427-AD7F-7DD3-3AF42C3CF2F6}"/>
              </a:ext>
            </a:extLst>
          </p:cNvPr>
          <p:cNvSpPr txBox="1"/>
          <p:nvPr/>
        </p:nvSpPr>
        <p:spPr>
          <a:xfrm>
            <a:off x="1632585" y="2062596"/>
            <a:ext cx="9136177" cy="615522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fr-FR" sz="2353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IT-HELP-RTR: routeur Alpine Linux avec DHCP, NAT, etc.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00A33D5-1A22-DDB8-AE04-C1FED9BBF714}"/>
              </a:ext>
            </a:extLst>
          </p:cNvPr>
          <p:cNvSpPr txBox="1"/>
          <p:nvPr/>
        </p:nvSpPr>
        <p:spPr>
          <a:xfrm>
            <a:off x="1632586" y="3060209"/>
            <a:ext cx="9413286" cy="617632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fr-FR" sz="2353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IT-HELP-DC: contrôleur de domaine avec AD CS, root CA, CRL, etc.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3A53C53-CF03-63C9-774D-80026189B57F}"/>
              </a:ext>
            </a:extLst>
          </p:cNvPr>
          <p:cNvSpPr txBox="1"/>
          <p:nvPr/>
        </p:nvSpPr>
        <p:spPr>
          <a:xfrm>
            <a:off x="1584306" y="4109323"/>
            <a:ext cx="9413286" cy="617632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fr-FR" sz="2353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IT-HELP-GW: RD Gateway, </a:t>
            </a:r>
            <a:r>
              <a:rPr lang="fr-FR" sz="2353" noProof="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RDWeb</a:t>
            </a:r>
            <a:r>
              <a:rPr lang="fr-FR" sz="2353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, </a:t>
            </a:r>
            <a:r>
              <a:rPr lang="fr-FR" sz="2353" noProof="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connection</a:t>
            </a:r>
            <a:r>
              <a:rPr lang="fr-FR" sz="2353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broker, </a:t>
            </a:r>
            <a:r>
              <a:rPr lang="fr-FR" sz="2353" noProof="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licensing</a:t>
            </a:r>
            <a:r>
              <a:rPr lang="fr-FR" sz="2353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server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FBD2B2B-279A-0A98-4E68-04DFDE5B845A}"/>
              </a:ext>
            </a:extLst>
          </p:cNvPr>
          <p:cNvSpPr txBox="1"/>
          <p:nvPr/>
        </p:nvSpPr>
        <p:spPr>
          <a:xfrm>
            <a:off x="1658439" y="5158437"/>
            <a:ext cx="9169396" cy="615522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fr-FR" sz="2353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IT-HELP-WAC: Windows Admin Center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83FD7D8-7AAB-8FE2-4DA5-AA6D4866B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72" y="1903040"/>
            <a:ext cx="946464" cy="94646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B8A720D-556C-4855-CEAE-8F0E5B1AE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72" y="2866020"/>
            <a:ext cx="946464" cy="94646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7BE6549-077B-4D59-86A9-F2BBE3011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72" y="3946140"/>
            <a:ext cx="946464" cy="94646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2CEAA94-DCDD-D98A-FCEB-9E978CB57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72" y="4954252"/>
            <a:ext cx="946464" cy="94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4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A2D6-AA4B-EFC8-BA62-C1C85B37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AAC76F-5D9B-396E-C8DD-9E9440E6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Initialisation de la machine Windows de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F2A5ED-2DAB-7160-BB26-C96AACB19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Désactivez la protection étendue LSA, puis redémarrez: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Set-</a:t>
            </a:r>
            <a:r>
              <a:rPr lang="fr-FR" noProof="0" dirty="0" err="1">
                <a:solidFill>
                  <a:schemeClr val="tx1"/>
                </a:solidFill>
              </a:rPr>
              <a:t>ItemProperty</a:t>
            </a:r>
            <a:r>
              <a:rPr lang="fr-FR" noProof="0" dirty="0">
                <a:solidFill>
                  <a:schemeClr val="tx1"/>
                </a:solidFill>
              </a:rPr>
              <a:t> -Path 'HKLM:\SYSTEM\</a:t>
            </a:r>
            <a:r>
              <a:rPr lang="fr-FR" noProof="0" dirty="0" err="1">
                <a:solidFill>
                  <a:schemeClr val="tx1"/>
                </a:solidFill>
              </a:rPr>
              <a:t>CurrentControlSet</a:t>
            </a:r>
            <a:r>
              <a:rPr lang="fr-FR" noProof="0" dirty="0">
                <a:solidFill>
                  <a:schemeClr val="tx1"/>
                </a:solidFill>
              </a:rPr>
              <a:t>\Control\</a:t>
            </a:r>
            <a:r>
              <a:rPr lang="fr-FR" noProof="0" dirty="0" err="1">
                <a:solidFill>
                  <a:schemeClr val="tx1"/>
                </a:solidFill>
              </a:rPr>
              <a:t>Lsa</a:t>
            </a:r>
            <a:r>
              <a:rPr lang="fr-FR" noProof="0" dirty="0">
                <a:solidFill>
                  <a:schemeClr val="tx1"/>
                </a:solidFill>
              </a:rPr>
              <a:t>' -Name '</a:t>
            </a:r>
            <a:r>
              <a:rPr lang="fr-FR" noProof="0" dirty="0" err="1">
                <a:solidFill>
                  <a:schemeClr val="tx1"/>
                </a:solidFill>
              </a:rPr>
              <a:t>RunAsPPL</a:t>
            </a:r>
            <a:r>
              <a:rPr lang="fr-FR" noProof="0" dirty="0">
                <a:solidFill>
                  <a:schemeClr val="tx1"/>
                </a:solidFill>
              </a:rPr>
              <a:t>' -Value 0</a:t>
            </a: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Installez PowerShell 7 (oui, c’est vraiment requis):</a:t>
            </a:r>
          </a:p>
          <a:p>
            <a:pPr>
              <a:lnSpc>
                <a:spcPts val="2460"/>
              </a:lnSpc>
            </a:pPr>
            <a:r>
              <a:rPr lang="fr-FR" noProof="0" dirty="0" err="1">
                <a:solidFill>
                  <a:schemeClr val="tx1"/>
                </a:solidFill>
              </a:rPr>
              <a:t>iex</a:t>
            </a:r>
            <a:r>
              <a:rPr lang="fr-FR" noProof="0" dirty="0">
                <a:solidFill>
                  <a:schemeClr val="tx1"/>
                </a:solidFill>
              </a:rPr>
              <a:t> "&amp; { $(</a:t>
            </a:r>
            <a:r>
              <a:rPr lang="fr-FR" noProof="0" dirty="0" err="1">
                <a:solidFill>
                  <a:schemeClr val="tx1"/>
                </a:solidFill>
              </a:rPr>
              <a:t>irm</a:t>
            </a:r>
            <a:r>
              <a:rPr lang="fr-FR" noProof="0" dirty="0">
                <a:solidFill>
                  <a:schemeClr val="tx1"/>
                </a:solidFill>
              </a:rPr>
              <a:t> https://aka.ms/install-powershell.ps1) } -</a:t>
            </a:r>
            <a:r>
              <a:rPr lang="fr-FR" noProof="0" dirty="0" err="1">
                <a:solidFill>
                  <a:schemeClr val="tx1"/>
                </a:solidFill>
              </a:rPr>
              <a:t>UseMSI</a:t>
            </a:r>
            <a:r>
              <a:rPr lang="fr-FR" noProof="0" dirty="0">
                <a:solidFill>
                  <a:schemeClr val="tx1"/>
                </a:solidFill>
              </a:rPr>
              <a:t> –Quiet"</a:t>
            </a: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Changez la politique d’</a:t>
            </a:r>
            <a:r>
              <a:rPr lang="fr-FR" sz="2800" b="1" noProof="0" dirty="0" err="1">
                <a:solidFill>
                  <a:srgbClr val="0070C0"/>
                </a:solidFill>
              </a:rPr>
              <a:t>execution</a:t>
            </a:r>
            <a:r>
              <a:rPr lang="fr-FR" sz="2800" b="1" noProof="0" dirty="0">
                <a:solidFill>
                  <a:srgbClr val="0070C0"/>
                </a:solidFill>
              </a:rPr>
              <a:t> PowerShell à « </a:t>
            </a:r>
            <a:r>
              <a:rPr lang="fr-FR" sz="2800" b="1" noProof="0" dirty="0" err="1">
                <a:solidFill>
                  <a:srgbClr val="0070C0"/>
                </a:solidFill>
              </a:rPr>
              <a:t>Unrestricted</a:t>
            </a:r>
            <a:r>
              <a:rPr lang="fr-FR" sz="2800" b="1" noProof="0" dirty="0">
                <a:solidFill>
                  <a:srgbClr val="0070C0"/>
                </a:solidFill>
              </a:rPr>
              <a:t> »: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Set-</a:t>
            </a:r>
            <a:r>
              <a:rPr lang="fr-FR" noProof="0" dirty="0" err="1">
                <a:solidFill>
                  <a:schemeClr val="tx1"/>
                </a:solidFill>
              </a:rPr>
              <a:t>ExecutionPolicy</a:t>
            </a:r>
            <a:r>
              <a:rPr lang="fr-FR" noProof="0" dirty="0">
                <a:solidFill>
                  <a:schemeClr val="tx1"/>
                </a:solidFill>
              </a:rPr>
              <a:t> </a:t>
            </a:r>
            <a:r>
              <a:rPr lang="fr-FR" noProof="0" dirty="0" err="1">
                <a:solidFill>
                  <a:schemeClr val="tx1"/>
                </a:solidFill>
              </a:rPr>
              <a:t>Unrestricted</a:t>
            </a:r>
            <a:r>
              <a:rPr lang="fr-FR" noProof="0" dirty="0">
                <a:solidFill>
                  <a:schemeClr val="tx1"/>
                </a:solidFill>
              </a:rPr>
              <a:t> -Scope </a:t>
            </a:r>
            <a:r>
              <a:rPr lang="fr-FR" noProof="0" dirty="0" err="1">
                <a:solidFill>
                  <a:schemeClr val="tx1"/>
                </a:solidFill>
              </a:rPr>
              <a:t>LocalMachine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742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7CC59-C625-75D1-36A4-AEA73ACE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867EAF-2935-F3D0-A070-42FAD2CF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Journalisation des secrets TLS à partir de LSA (</a:t>
            </a:r>
            <a:r>
              <a:rPr lang="fr-FR" noProof="0" dirty="0" err="1"/>
              <a:t>SChannel</a:t>
            </a:r>
            <a:r>
              <a:rPr lang="fr-FR" noProof="0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E18DDB-06D2-1D14-D51F-7E5BEA7D3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Lancez PowerShell 7 avec élévation, puis installez </a:t>
            </a:r>
            <a:r>
              <a:rPr lang="fr-FR" sz="2800" b="1" noProof="0" dirty="0" err="1">
                <a:solidFill>
                  <a:srgbClr val="0070C0"/>
                </a:solidFill>
              </a:rPr>
              <a:t>PSDetour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Install-Module -Name </a:t>
            </a:r>
            <a:r>
              <a:rPr lang="fr-FR" noProof="0" dirty="0" err="1">
                <a:solidFill>
                  <a:schemeClr val="tx1"/>
                </a:solidFill>
              </a:rPr>
              <a:t>PSDetour</a:t>
            </a:r>
            <a:r>
              <a:rPr lang="fr-FR" noProof="0" dirty="0">
                <a:solidFill>
                  <a:schemeClr val="tx1"/>
                </a:solidFill>
              </a:rPr>
              <a:t> -Scope </a:t>
            </a:r>
            <a:r>
              <a:rPr lang="fr-FR" noProof="0" dirty="0" err="1">
                <a:solidFill>
                  <a:schemeClr val="tx1"/>
                </a:solidFill>
              </a:rPr>
              <a:t>AllUsers</a:t>
            </a:r>
            <a:r>
              <a:rPr lang="fr-FR" noProof="0" dirty="0">
                <a:solidFill>
                  <a:schemeClr val="tx1"/>
                </a:solidFill>
              </a:rPr>
              <a:t> –Force</a:t>
            </a: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Installez le module PowerShell </a:t>
            </a:r>
            <a:r>
              <a:rPr lang="fr-FR" sz="2800" b="1" noProof="0" dirty="0" err="1">
                <a:solidFill>
                  <a:srgbClr val="0070C0"/>
                </a:solidFill>
              </a:rPr>
              <a:t>AwakeCoding.DebugTools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Install-Module –Name </a:t>
            </a:r>
            <a:r>
              <a:rPr lang="fr-FR" noProof="0" dirty="0" err="1">
                <a:solidFill>
                  <a:schemeClr val="tx1"/>
                </a:solidFill>
              </a:rPr>
              <a:t>AwakeCoding.DebugTools</a:t>
            </a:r>
            <a:r>
              <a:rPr lang="fr-FR" noProof="0" dirty="0">
                <a:solidFill>
                  <a:schemeClr val="tx1"/>
                </a:solidFill>
              </a:rPr>
              <a:t> –Scope </a:t>
            </a:r>
            <a:r>
              <a:rPr lang="fr-FR" noProof="0" dirty="0" err="1">
                <a:solidFill>
                  <a:schemeClr val="tx1"/>
                </a:solidFill>
              </a:rPr>
              <a:t>AllUsers</a:t>
            </a:r>
            <a:r>
              <a:rPr lang="fr-FR" noProof="0" dirty="0">
                <a:solidFill>
                  <a:schemeClr val="tx1"/>
                </a:solidFill>
              </a:rPr>
              <a:t> –Force</a:t>
            </a: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Démarrez la journalisation des secrets TLS « </a:t>
            </a:r>
            <a:r>
              <a:rPr lang="fr-FR" sz="2800" b="1" noProof="0" dirty="0" err="1">
                <a:solidFill>
                  <a:srgbClr val="0070C0"/>
                </a:solidFill>
              </a:rPr>
              <a:t>pre</a:t>
            </a:r>
            <a:r>
              <a:rPr lang="fr-FR" sz="2800" b="1" noProof="0" dirty="0">
                <a:solidFill>
                  <a:srgbClr val="0070C0"/>
                </a:solidFill>
              </a:rPr>
              <a:t>-master », puis laissez le terminal ouvert: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Start-</a:t>
            </a:r>
            <a:r>
              <a:rPr lang="fr-FR" noProof="0" dirty="0" err="1">
                <a:solidFill>
                  <a:schemeClr val="tx1"/>
                </a:solidFill>
              </a:rPr>
              <a:t>LsaTlsKeyLog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620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414F-E3D1-C2AB-14DE-F991FFAE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A0D62-FA72-A583-BA9A-752A098D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Installation de Wireshark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1FD147-FEE3-5C68-1829-CE42C759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Avec l’installateur: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  <a:hlinkClick r:id="rId2"/>
              </a:rPr>
              <a:t>https://www.wireshark.org/download.html</a:t>
            </a:r>
            <a:endParaRPr lang="fr-FR" noProof="0" dirty="0">
              <a:solidFill>
                <a:schemeClr val="tx1"/>
              </a:solidFill>
            </a:endParaRP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Avec </a:t>
            </a:r>
            <a:r>
              <a:rPr lang="fr-FR" sz="2800" b="1" noProof="0" dirty="0" err="1">
                <a:solidFill>
                  <a:srgbClr val="0070C0"/>
                </a:solidFill>
              </a:rPr>
              <a:t>chocolatey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choco </a:t>
            </a:r>
            <a:r>
              <a:rPr lang="fr-FR" noProof="0" dirty="0" err="1">
                <a:solidFill>
                  <a:schemeClr val="tx1"/>
                </a:solidFill>
              </a:rPr>
              <a:t>install</a:t>
            </a:r>
            <a:r>
              <a:rPr lang="fr-FR" noProof="0" dirty="0">
                <a:solidFill>
                  <a:schemeClr val="tx1"/>
                </a:solidFill>
              </a:rPr>
              <a:t> </a:t>
            </a:r>
            <a:r>
              <a:rPr lang="fr-FR" noProof="0" dirty="0" err="1">
                <a:solidFill>
                  <a:schemeClr val="tx1"/>
                </a:solidFill>
              </a:rPr>
              <a:t>wireshark</a:t>
            </a:r>
            <a:endParaRPr lang="fr-FR" noProof="0" dirty="0"/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Avec </a:t>
            </a:r>
            <a:r>
              <a:rPr lang="fr-FR" sz="2800" b="1" noProof="0" dirty="0" err="1">
                <a:solidFill>
                  <a:srgbClr val="0070C0"/>
                </a:solidFill>
              </a:rPr>
              <a:t>winget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 err="1">
                <a:solidFill>
                  <a:schemeClr val="tx1"/>
                </a:solidFill>
              </a:rPr>
              <a:t>winget</a:t>
            </a:r>
            <a:r>
              <a:rPr lang="fr-FR" noProof="0" dirty="0">
                <a:solidFill>
                  <a:schemeClr val="tx1"/>
                </a:solidFill>
              </a:rPr>
              <a:t> </a:t>
            </a:r>
            <a:r>
              <a:rPr lang="fr-FR" noProof="0" dirty="0" err="1">
                <a:solidFill>
                  <a:schemeClr val="tx1"/>
                </a:solidFill>
              </a:rPr>
              <a:t>install</a:t>
            </a:r>
            <a:r>
              <a:rPr lang="fr-FR" noProof="0" dirty="0">
                <a:solidFill>
                  <a:schemeClr val="tx1"/>
                </a:solidFill>
              </a:rPr>
              <a:t> </a:t>
            </a:r>
            <a:r>
              <a:rPr lang="fr-FR" noProof="0" dirty="0" err="1">
                <a:solidFill>
                  <a:schemeClr val="tx1"/>
                </a:solidFill>
              </a:rPr>
              <a:t>WiresharkFoundation.Wireshark</a:t>
            </a:r>
            <a:endParaRPr lang="fr-FR" noProof="0" dirty="0"/>
          </a:p>
          <a:p>
            <a:pPr>
              <a:lnSpc>
                <a:spcPts val="2460"/>
              </a:lnSpc>
            </a:pPr>
            <a:endParaRPr lang="fr-FR" noProof="0" dirty="0"/>
          </a:p>
          <a:p>
            <a:r>
              <a:rPr lang="fr-FR" noProof="0" dirty="0"/>
              <a:t>Installez Wireshark dans la </a:t>
            </a:r>
            <a:r>
              <a:rPr lang="fr-FR" b="1" noProof="0" dirty="0"/>
              <a:t>machine Windows de test</a:t>
            </a:r>
            <a:r>
              <a:rPr lang="fr-FR" noProof="0" dirty="0"/>
              <a:t> pour le moment</a:t>
            </a:r>
          </a:p>
        </p:txBody>
      </p:sp>
    </p:spTree>
    <p:extLst>
      <p:ext uri="{BB962C8B-B14F-4D97-AF65-F5344CB8AC3E}">
        <p14:creationId xmlns:p14="http://schemas.microsoft.com/office/powerpoint/2010/main" val="741882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4113-6151-C4E3-5EBE-FDFB18AA5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F419AC-C153-D5D7-4BE0-7A34D1CF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Configuration des préférences TLS dans Wireshark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589B5B-3188-DDC6-E426-8DE92121F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76"/>
            <a:ext cx="10515600" cy="14173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noProof="0" dirty="0"/>
              <a:t>Dans</a:t>
            </a:r>
            <a:r>
              <a:rPr lang="fr-FR" sz="2400" noProof="0" dirty="0"/>
              <a:t> Wireshark, </a:t>
            </a:r>
            <a:r>
              <a:rPr lang="fr-FR" noProof="0" dirty="0"/>
              <a:t>allez</a:t>
            </a:r>
            <a:r>
              <a:rPr lang="fr-FR" sz="2400" noProof="0" dirty="0"/>
              <a:t> dans </a:t>
            </a:r>
            <a:r>
              <a:rPr lang="fr-FR" sz="2400" b="1" noProof="0" dirty="0" err="1"/>
              <a:t>Preferences</a:t>
            </a:r>
            <a:r>
              <a:rPr lang="fr-FR" sz="2400" noProof="0" dirty="0"/>
              <a:t> (Edit -&gt; </a:t>
            </a:r>
            <a:r>
              <a:rPr lang="fr-FR" sz="2400" noProof="0" dirty="0" err="1"/>
              <a:t>Preferences</a:t>
            </a:r>
            <a:r>
              <a:rPr lang="fr-FR" sz="2400" noProof="0" dirty="0"/>
              <a:t>), naviguez vers la section </a:t>
            </a:r>
            <a:r>
              <a:rPr lang="fr-FR" sz="2400" b="1" noProof="0" dirty="0"/>
              <a:t>TLS</a:t>
            </a:r>
            <a:r>
              <a:rPr lang="fr-FR" sz="2400" noProof="0" dirty="0"/>
              <a:t> sous </a:t>
            </a:r>
            <a:r>
              <a:rPr lang="fr-FR" sz="2400" b="1" noProof="0" dirty="0" err="1"/>
              <a:t>Protocols</a:t>
            </a:r>
            <a:r>
              <a:rPr lang="fr-FR" sz="2400" noProof="0" dirty="0"/>
              <a:t>, et puis changez </a:t>
            </a:r>
            <a:r>
              <a:rPr lang="fr-FR" sz="2400" b="1" noProof="0" dirty="0"/>
              <a:t>(Pre)-Master-Secret log </a:t>
            </a:r>
            <a:r>
              <a:rPr lang="fr-FR" sz="2400" b="1" noProof="0" dirty="0" err="1"/>
              <a:t>filename</a:t>
            </a:r>
            <a:r>
              <a:rPr lang="fr-FR" sz="2400" noProof="0" dirty="0"/>
              <a:t> pour </a:t>
            </a:r>
            <a:r>
              <a:rPr lang="fr-FR" sz="2400" b="1" noProof="0" dirty="0"/>
              <a:t>“C:\Windows\Temp\tls-lsa.log”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5E503A-F49D-F532-68EB-B36A0B796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81" y="2507533"/>
            <a:ext cx="6302339" cy="415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98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B5FB-6DC9-A008-D9AA-131824F7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710A21-B673-8512-C898-BD21F2B11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Démarrage de la capture de paquets dans Wireshark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5DA5F6-BB31-3FA3-BF67-8D333E84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76"/>
            <a:ext cx="10515600" cy="141731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fr-FR" noProof="0" dirty="0"/>
              <a:t>Dans</a:t>
            </a:r>
            <a:r>
              <a:rPr lang="fr-FR" sz="2400" noProof="0" dirty="0"/>
              <a:t> Wireshark, </a:t>
            </a:r>
            <a:r>
              <a:rPr lang="fr-FR" noProof="0" dirty="0"/>
              <a:t>ouvrez la fenêtre</a:t>
            </a:r>
            <a:r>
              <a:rPr lang="fr-FR" sz="2400" noProof="0" dirty="0"/>
              <a:t> </a:t>
            </a:r>
            <a:r>
              <a:rPr lang="fr-FR" sz="2400" b="1" noProof="0" dirty="0"/>
              <a:t>Capture Options</a:t>
            </a:r>
            <a:r>
              <a:rPr lang="fr-FR" sz="2400" noProof="0" dirty="0"/>
              <a:t> (Capture -&gt; Options), sélectionnez la bonne interface réseau pour le trafic RDP (habituellement celle avec de l’activité réseau et qui n’est pas l’adapteur loopback) et puis cliquer sur </a:t>
            </a:r>
            <a:r>
              <a:rPr lang="fr-FR" sz="2400" b="1" noProof="0" dirty="0"/>
              <a:t>Start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538C80-1B67-E624-C0AC-70D66B627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17" y="2809321"/>
            <a:ext cx="9969765" cy="334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77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996D-E0B6-A8D0-C6B7-729E4BDB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378748-9CB4-B4E7-D90C-4D32181C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Capture en temps réel du trafic RDP dans Wireshark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93653C-E4C0-FD5B-7AD5-CEA4646B7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76"/>
            <a:ext cx="10515600" cy="14173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2400" noProof="0" dirty="0"/>
              <a:t>Utilisez le filtre d’affichage “</a:t>
            </a:r>
            <a:r>
              <a:rPr lang="fr-FR" sz="2400" b="1" noProof="0" dirty="0" err="1"/>
              <a:t>tcp.port</a:t>
            </a:r>
            <a:r>
              <a:rPr lang="fr-FR" sz="2400" b="1" noProof="0" dirty="0"/>
              <a:t> == 3389 or </a:t>
            </a:r>
            <a:r>
              <a:rPr lang="fr-FR" sz="2400" b="1" noProof="0" dirty="0" err="1"/>
              <a:t>udp.port</a:t>
            </a:r>
            <a:r>
              <a:rPr lang="fr-FR" sz="2400" b="1" noProof="0" dirty="0"/>
              <a:t> == 3389</a:t>
            </a:r>
            <a:r>
              <a:rPr lang="fr-FR" sz="2400" noProof="0" dirty="0"/>
              <a:t>”, puis lancez </a:t>
            </a:r>
            <a:r>
              <a:rPr lang="fr-FR" sz="2400" noProof="0" dirty="0" err="1"/>
              <a:t>mstsc</a:t>
            </a:r>
            <a:r>
              <a:rPr lang="fr-FR" sz="2400" noProof="0" dirty="0"/>
              <a:t> pour se connecter avec RDP à la machine Windows de test. Vous devriez voir apparaitre le trafic RDP en temps </a:t>
            </a:r>
            <a:r>
              <a:rPr lang="fr-FR" sz="2400" noProof="0" dirty="0" err="1"/>
              <a:t>reel</a:t>
            </a:r>
            <a:r>
              <a:rPr lang="fr-FR" sz="2400" noProof="0" dirty="0"/>
              <a:t> dans Wireshark: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77C682-A44F-90D6-A0A7-05A3D78C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24" y="2425020"/>
            <a:ext cx="10228072" cy="402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18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C73F6-B6D1-5EE7-3C8C-7A2AB3B2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C09979-3B28-2782-382E-25DDED68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Dépôts GitHub utiles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5C429C-BE81-B3E8-5EB6-0174E38A2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Ressources Wireshark RDP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  <a:hlinkClick r:id="rId2"/>
              </a:rPr>
              <a:t>https://github.com/awakecoding/wireshark-rdp</a:t>
            </a:r>
            <a:endParaRPr lang="fr-FR" noProof="0" dirty="0">
              <a:solidFill>
                <a:schemeClr val="tx1"/>
              </a:solidFill>
            </a:endParaRPr>
          </a:p>
          <a:p>
            <a:pPr>
              <a:lnSpc>
                <a:spcPts val="2460"/>
              </a:lnSpc>
            </a:pPr>
            <a:endParaRPr lang="fr-FR" b="1" noProof="0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Module PowerShell </a:t>
            </a:r>
            <a:r>
              <a:rPr lang="fr-FR" sz="2800" b="1" noProof="0" dirty="0" err="1">
                <a:solidFill>
                  <a:srgbClr val="0070C0"/>
                </a:solidFill>
              </a:rPr>
              <a:t>AwakeCoding.DebugTools</a:t>
            </a:r>
            <a:endParaRPr lang="fr-FR" sz="2800" b="1" noProof="0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  <a:hlinkClick r:id="rId3"/>
              </a:rPr>
              <a:t>https://github.com/awakecoding/AwakeCoding.DebugTools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593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6048D-4398-A613-CD11-68493D28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8B136-F71E-8103-8579-CBD1127A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400" noProof="0" dirty="0"/>
              <a:t>Capture à distance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641CE9-2FD9-59B2-F994-6EE9BA2C5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18303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9AD4-E044-508C-A6D5-89BA1698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45D22F-13E5-B94D-A9BB-829C38DC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Pousser plus loin - 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EA0CBF-ACDD-5183-B92B-B4B197F80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4581"/>
            <a:ext cx="10515600" cy="224810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Installez Wireshark sur la machine client cette fois-ci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noProof="0" dirty="0"/>
              <a:t>Nous allons journaliser les secrets TLS « </a:t>
            </a:r>
            <a:r>
              <a:rPr lang="fr-FR" noProof="0" dirty="0" err="1"/>
              <a:t>pre</a:t>
            </a:r>
            <a:r>
              <a:rPr lang="fr-FR" noProof="0" dirty="0"/>
              <a:t>-master » </a:t>
            </a:r>
            <a:r>
              <a:rPr lang="fr-FR" b="1" noProof="0" dirty="0"/>
              <a:t>à distance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38C1416-7DD7-8ECE-EAA7-9F59E6F227E4}"/>
              </a:ext>
            </a:extLst>
          </p:cNvPr>
          <p:cNvCxnSpPr>
            <a:cxnSpLocks/>
          </p:cNvCxnSpPr>
          <p:nvPr/>
        </p:nvCxnSpPr>
        <p:spPr>
          <a:xfrm>
            <a:off x="2855204" y="2447008"/>
            <a:ext cx="550706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E3F2943A-84BD-3AFF-03CA-A9E0E03D4E48}"/>
              </a:ext>
            </a:extLst>
          </p:cNvPr>
          <p:cNvSpPr txBox="1"/>
          <p:nvPr/>
        </p:nvSpPr>
        <p:spPr>
          <a:xfrm>
            <a:off x="454891" y="2990804"/>
            <a:ext cx="3938484" cy="679892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800" b="1" noProof="0" dirty="0">
                <a:solidFill>
                  <a:srgbClr val="0070C0"/>
                </a:solidFill>
              </a:rPr>
              <a:t>Client machine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C26F86-FDB2-1491-863F-280E42FE2C97}"/>
              </a:ext>
            </a:extLst>
          </p:cNvPr>
          <p:cNvSpPr txBox="1"/>
          <p:nvPr/>
        </p:nvSpPr>
        <p:spPr>
          <a:xfrm>
            <a:off x="4178949" y="1573889"/>
            <a:ext cx="2507372" cy="617632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353" b="1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RDP (déchiffré)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8E60345-062B-F6AD-61B1-CDBF83D77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82" y="1295359"/>
            <a:ext cx="570184" cy="57018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8884B0B-F8DF-C8EA-40AF-24B35319BA05}"/>
              </a:ext>
            </a:extLst>
          </p:cNvPr>
          <p:cNvSpPr txBox="1"/>
          <p:nvPr/>
        </p:nvSpPr>
        <p:spPr>
          <a:xfrm>
            <a:off x="3463393" y="2367557"/>
            <a:ext cx="3938483" cy="617632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353" b="1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secrets TLS « </a:t>
            </a:r>
            <a:r>
              <a:rPr lang="fr-FR" sz="2353" b="1" noProof="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pre</a:t>
            </a:r>
            <a:r>
              <a:rPr lang="fr-FR" sz="2353" b="1" noProof="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-master »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97E4DDB-D92C-3664-9A3D-D9FCCA9D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858" y="1818198"/>
            <a:ext cx="1273556" cy="1273556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5A678DC-7986-B504-A107-335CB4177BFD}"/>
              </a:ext>
            </a:extLst>
          </p:cNvPr>
          <p:cNvSpPr txBox="1"/>
          <p:nvPr/>
        </p:nvSpPr>
        <p:spPr>
          <a:xfrm>
            <a:off x="6528973" y="2985189"/>
            <a:ext cx="4631528" cy="679957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>
              <a:lnSpc>
                <a:spcPct val="90000"/>
              </a:lnSpc>
              <a:spcAft>
                <a:spcPts val="588"/>
              </a:spcAft>
            </a:pPr>
            <a:r>
              <a:rPr lang="fr-FR" sz="2800" b="1" noProof="0" dirty="0">
                <a:solidFill>
                  <a:srgbClr val="0070C0"/>
                </a:solidFill>
              </a:rPr>
              <a:t>Test Windows VM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6AA45B-7FDA-9F03-D542-530653A3100A}"/>
              </a:ext>
            </a:extLst>
          </p:cNvPr>
          <p:cNvSpPr/>
          <p:nvPr/>
        </p:nvSpPr>
        <p:spPr>
          <a:xfrm>
            <a:off x="8409416" y="1802958"/>
            <a:ext cx="1109134" cy="118533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AA24BF1C-5C06-8157-E3F5-781F6C8CE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596" y="1757238"/>
            <a:ext cx="1273556" cy="12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97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4D6E-A82E-3BC5-672C-46FF11B8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49232B-F57E-7EC9-00EA-B4B75D02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Journalisation des secrets TLS à </a:t>
            </a:r>
            <a:r>
              <a:rPr lang="fr-FR" dirty="0"/>
              <a:t>distance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C1294C-2E8C-E81F-5B58-339B6B213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>
                <a:solidFill>
                  <a:srgbClr val="0070C0"/>
                </a:solidFill>
              </a:rPr>
              <a:t>Dans la machine de test, démarrez le serveur de journalisation TLS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Start-</a:t>
            </a:r>
            <a:r>
              <a:rPr lang="fr-FR" noProof="0" dirty="0" err="1">
                <a:solidFill>
                  <a:schemeClr val="tx1"/>
                </a:solidFill>
              </a:rPr>
              <a:t>TlsKeyLogServer</a:t>
            </a:r>
            <a:r>
              <a:rPr lang="fr-FR" noProof="0" dirty="0">
                <a:solidFill>
                  <a:schemeClr val="tx1"/>
                </a:solidFill>
              </a:rPr>
              <a:t> -</a:t>
            </a:r>
            <a:r>
              <a:rPr lang="fr-FR" noProof="0" dirty="0" err="1">
                <a:solidFill>
                  <a:schemeClr val="tx1"/>
                </a:solidFill>
              </a:rPr>
              <a:t>LogFile</a:t>
            </a:r>
            <a:r>
              <a:rPr lang="fr-FR" noProof="0" dirty="0">
                <a:solidFill>
                  <a:schemeClr val="tx1"/>
                </a:solidFill>
              </a:rPr>
              <a:t> 'C:\Windows\Temp\tls-lsa.log' -Port 12345 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–</a:t>
            </a:r>
            <a:r>
              <a:rPr lang="fr-FR" noProof="0" dirty="0" err="1">
                <a:solidFill>
                  <a:schemeClr val="tx1"/>
                </a:solidFill>
              </a:rPr>
              <a:t>AllowInFirewall</a:t>
            </a:r>
            <a:endParaRPr lang="fr-FR" noProof="0" dirty="0">
              <a:solidFill>
                <a:schemeClr val="tx1"/>
              </a:solidFill>
            </a:endParaRP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À partir de votre machine principale, démarrez le client de journalisation TLS:</a:t>
            </a:r>
          </a:p>
          <a:p>
            <a:pPr>
              <a:lnSpc>
                <a:spcPts val="2460"/>
              </a:lnSpc>
            </a:pPr>
            <a:r>
              <a:rPr lang="en-US" noProof="0" dirty="0">
                <a:solidFill>
                  <a:schemeClr val="tx1"/>
                </a:solidFill>
              </a:rPr>
              <a:t>Install-Module </a:t>
            </a:r>
            <a:r>
              <a:rPr lang="en-US" noProof="0" dirty="0" err="1">
                <a:solidFill>
                  <a:schemeClr val="tx1"/>
                </a:solidFill>
              </a:rPr>
              <a:t>AwakeCoding.DebugTools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noProof="0" dirty="0">
                <a:solidFill>
                  <a:schemeClr val="tx1"/>
                </a:solidFill>
              </a:rPr>
              <a:t>Start-</a:t>
            </a:r>
            <a:r>
              <a:rPr lang="en-US" noProof="0" dirty="0" err="1">
                <a:solidFill>
                  <a:schemeClr val="tx1"/>
                </a:solidFill>
              </a:rPr>
              <a:t>TlsKeyLogClient</a:t>
            </a:r>
            <a:r>
              <a:rPr lang="en-US" noProof="0" dirty="0">
                <a:solidFill>
                  <a:schemeClr val="tx1"/>
                </a:solidFill>
              </a:rPr>
              <a:t> '10.10.0.25:12345' "$</a:t>
            </a:r>
            <a:r>
              <a:rPr lang="en-US" noProof="0" dirty="0" err="1">
                <a:solidFill>
                  <a:schemeClr val="tx1"/>
                </a:solidFill>
              </a:rPr>
              <a:t>Env:Temp</a:t>
            </a:r>
            <a:r>
              <a:rPr lang="en-US" noProof="0" dirty="0">
                <a:solidFill>
                  <a:schemeClr val="tx1"/>
                </a:solidFill>
              </a:rPr>
              <a:t>\tls-all.log"</a:t>
            </a: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Rec</a:t>
            </a:r>
            <a:r>
              <a:rPr lang="fr-FR" sz="2800" b="1" dirty="0" err="1">
                <a:solidFill>
                  <a:srgbClr val="0070C0"/>
                </a:solidFill>
              </a:rPr>
              <a:t>onfigurez</a:t>
            </a:r>
            <a:r>
              <a:rPr lang="fr-FR" sz="2800" b="1" dirty="0">
                <a:solidFill>
                  <a:srgbClr val="0070C0"/>
                </a:solidFill>
              </a:rPr>
              <a:t> Wireshark pour qu’il utilise le fichier tls-all.log</a:t>
            </a:r>
            <a:endParaRPr lang="fr-FR" sz="2800" b="1" noProof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061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BB08-5C24-35AA-F62C-C28C06FF2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03255F-6AC3-7221-BDA4-1F221255C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Journalisation des secrets TLS de </a:t>
            </a:r>
            <a:r>
              <a:rPr lang="fr-FR" dirty="0"/>
              <a:t>sources multiples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A7D672-CF85-F62D-557E-BEAB7B0CA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>
                <a:solidFill>
                  <a:srgbClr val="0070C0"/>
                </a:solidFill>
              </a:rPr>
              <a:t>Dans chaque machine de test (ou source de journalisation)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Start-</a:t>
            </a:r>
            <a:r>
              <a:rPr lang="fr-FR" noProof="0" dirty="0" err="1">
                <a:solidFill>
                  <a:schemeClr val="tx1"/>
                </a:solidFill>
              </a:rPr>
              <a:t>LsaTlsKeyLog</a:t>
            </a:r>
            <a:endParaRPr lang="fr-FR" noProof="0" dirty="0">
              <a:solidFill>
                <a:schemeClr val="tx1"/>
              </a:solidFill>
            </a:endParaRP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Start-</a:t>
            </a:r>
            <a:r>
              <a:rPr lang="fr-FR" noProof="0" dirty="0" err="1">
                <a:solidFill>
                  <a:schemeClr val="tx1"/>
                </a:solidFill>
              </a:rPr>
              <a:t>TlsKeyLogServer</a:t>
            </a:r>
            <a:r>
              <a:rPr lang="fr-FR" noProof="0" dirty="0">
                <a:solidFill>
                  <a:schemeClr val="tx1"/>
                </a:solidFill>
              </a:rPr>
              <a:t> –</a:t>
            </a:r>
            <a:r>
              <a:rPr lang="fr-FR" noProof="0" dirty="0" err="1">
                <a:solidFill>
                  <a:schemeClr val="tx1"/>
                </a:solidFill>
              </a:rPr>
              <a:t>AllowInFirewall</a:t>
            </a:r>
            <a:endParaRPr lang="fr-FR" noProof="0" dirty="0">
              <a:solidFill>
                <a:schemeClr val="tx1"/>
              </a:solidFill>
            </a:endParaRP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noProof="0" dirty="0">
                <a:solidFill>
                  <a:srgbClr val="0070C0"/>
                </a:solidFill>
              </a:rPr>
              <a:t>À partir de votre machine principale:</a:t>
            </a:r>
          </a:p>
          <a:p>
            <a:pPr>
              <a:lnSpc>
                <a:spcPts val="2460"/>
              </a:lnSpc>
            </a:pPr>
            <a:r>
              <a:rPr lang="en-US" noProof="0" dirty="0">
                <a:solidFill>
                  <a:schemeClr val="tx1"/>
                </a:solidFill>
              </a:rPr>
              <a:t>Start-</a:t>
            </a:r>
            <a:r>
              <a:rPr lang="en-US" noProof="0" dirty="0" err="1">
                <a:solidFill>
                  <a:schemeClr val="tx1"/>
                </a:solidFill>
              </a:rPr>
              <a:t>TlsKeyLogClient</a:t>
            </a:r>
            <a:r>
              <a:rPr lang="en-US" noProof="0" dirty="0">
                <a:solidFill>
                  <a:schemeClr val="tx1"/>
                </a:solidFill>
              </a:rPr>
              <a:t> @('10.10.0.10', '10.10.0.25')</a:t>
            </a:r>
          </a:p>
          <a:p>
            <a:pPr>
              <a:lnSpc>
                <a:spcPts val="2460"/>
              </a:lnSpc>
            </a:pPr>
            <a:r>
              <a:rPr lang="en-US" noProof="0" dirty="0">
                <a:solidFill>
                  <a:schemeClr val="tx1"/>
                </a:solidFill>
              </a:rPr>
              <a:t>"$</a:t>
            </a:r>
            <a:r>
              <a:rPr lang="en-US" noProof="0" dirty="0" err="1">
                <a:solidFill>
                  <a:schemeClr val="tx1"/>
                </a:solidFill>
              </a:rPr>
              <a:t>Env:Temp</a:t>
            </a:r>
            <a:r>
              <a:rPr lang="en-US" noProof="0" dirty="0">
                <a:solidFill>
                  <a:schemeClr val="tx1"/>
                </a:solidFill>
              </a:rPr>
              <a:t>\tls-all.log"</a:t>
            </a:r>
          </a:p>
        </p:txBody>
      </p:sp>
    </p:spTree>
    <p:extLst>
      <p:ext uri="{BB962C8B-B14F-4D97-AF65-F5344CB8AC3E}">
        <p14:creationId xmlns:p14="http://schemas.microsoft.com/office/powerpoint/2010/main" val="2252678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1F117-7D9A-28C3-C24A-4CF17DA6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0ED95-52E7-3079-E1C8-34F3C308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Journalisation des secrets TLS </a:t>
            </a:r>
            <a:r>
              <a:rPr lang="fr-FR" dirty="0"/>
              <a:t>sans </a:t>
            </a:r>
            <a:r>
              <a:rPr lang="fr-FR" dirty="0" err="1"/>
              <a:t>SChannel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49B198-BE69-F5F9-E82C-5F3B8976D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>
                <a:solidFill>
                  <a:srgbClr val="0070C0"/>
                </a:solidFill>
              </a:rPr>
              <a:t>Avec </a:t>
            </a:r>
            <a:r>
              <a:rPr lang="fr-FR" sz="2800" b="1" dirty="0" err="1">
                <a:solidFill>
                  <a:srgbClr val="0070C0"/>
                </a:solidFill>
              </a:rPr>
              <a:t>FreeRDP</a:t>
            </a:r>
            <a:r>
              <a:rPr lang="fr-FR" sz="2800" b="1" dirty="0">
                <a:solidFill>
                  <a:srgbClr val="0070C0"/>
                </a:solidFill>
              </a:rPr>
              <a:t>:</a:t>
            </a:r>
            <a:endParaRPr lang="fr-FR" sz="2800" b="1" noProof="0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r>
              <a:rPr lang="fr-CA" noProof="0" dirty="0">
                <a:solidFill>
                  <a:schemeClr val="tx1"/>
                </a:solidFill>
              </a:rPr>
              <a:t>Utilisez l'argument de ligne de command "/</a:t>
            </a:r>
            <a:r>
              <a:rPr lang="fr-CA" noProof="0" dirty="0" err="1">
                <a:solidFill>
                  <a:schemeClr val="tx1"/>
                </a:solidFill>
              </a:rPr>
              <a:t>tls:secrets-file</a:t>
            </a:r>
            <a:r>
              <a:rPr lang="fr-CA" noProof="0" dirty="0">
                <a:solidFill>
                  <a:schemeClr val="tx1"/>
                </a:solidFill>
              </a:rPr>
              <a:t>":</a:t>
            </a:r>
          </a:p>
          <a:p>
            <a:pPr>
              <a:lnSpc>
                <a:spcPts val="2460"/>
              </a:lnSpc>
            </a:pPr>
            <a:r>
              <a:rPr lang="fr-CA" noProof="0" dirty="0">
                <a:solidFill>
                  <a:schemeClr val="tx1"/>
                </a:solidFill>
              </a:rPr>
              <a:t>/</a:t>
            </a:r>
            <a:r>
              <a:rPr lang="fr-CA" noProof="0" dirty="0" err="1">
                <a:solidFill>
                  <a:schemeClr val="tx1"/>
                </a:solidFill>
              </a:rPr>
              <a:t>tls:secrets-file:C</a:t>
            </a:r>
            <a:r>
              <a:rPr lang="fr-CA" noProof="0" dirty="0">
                <a:solidFill>
                  <a:schemeClr val="tx1"/>
                </a:solidFill>
              </a:rPr>
              <a:t>:\</a:t>
            </a:r>
            <a:r>
              <a:rPr lang="fr-CA" noProof="0" dirty="0" err="1">
                <a:solidFill>
                  <a:schemeClr val="tx1"/>
                </a:solidFill>
              </a:rPr>
              <a:t>Users</a:t>
            </a:r>
            <a:r>
              <a:rPr lang="fr-CA" noProof="0" dirty="0">
                <a:solidFill>
                  <a:schemeClr val="tx1"/>
                </a:solidFill>
              </a:rPr>
              <a:t>\Public\tls-freerdp.log</a:t>
            </a:r>
            <a:endParaRPr lang="fr-FR" noProof="0" dirty="0">
              <a:solidFill>
                <a:schemeClr val="tx1"/>
              </a:solidFill>
            </a:endParaRP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dirty="0">
                <a:solidFill>
                  <a:srgbClr val="0070C0"/>
                </a:solidFill>
              </a:rPr>
              <a:t>Avec </a:t>
            </a:r>
            <a:r>
              <a:rPr lang="fr-FR" sz="2800" b="1" dirty="0" err="1">
                <a:solidFill>
                  <a:srgbClr val="0070C0"/>
                </a:solidFill>
              </a:rPr>
              <a:t>IronRDP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en-US" noProof="0" dirty="0" err="1">
                <a:solidFill>
                  <a:schemeClr val="tx1"/>
                </a:solidFill>
              </a:rPr>
              <a:t>Utilisez</a:t>
            </a:r>
            <a:r>
              <a:rPr lang="en-US" noProof="0" dirty="0">
                <a:solidFill>
                  <a:schemeClr val="tx1"/>
                </a:solidFill>
              </a:rPr>
              <a:t> la variable </a:t>
            </a:r>
            <a:r>
              <a:rPr lang="en-US" noProof="0" dirty="0" err="1">
                <a:solidFill>
                  <a:schemeClr val="tx1"/>
                </a:solidFill>
              </a:rPr>
              <a:t>d'environnement</a:t>
            </a:r>
            <a:r>
              <a:rPr lang="en-US" noProof="0" dirty="0">
                <a:solidFill>
                  <a:schemeClr val="tx1"/>
                </a:solidFill>
              </a:rPr>
              <a:t> "SSLKEYLOGFILE":</a:t>
            </a:r>
          </a:p>
          <a:p>
            <a:pPr>
              <a:lnSpc>
                <a:spcPts val="2460"/>
              </a:lnSpc>
            </a:pPr>
            <a:r>
              <a:rPr lang="en-US" noProof="0" dirty="0">
                <a:solidFill>
                  <a:schemeClr val="tx1"/>
                </a:solidFill>
              </a:rPr>
              <a:t>SSLKEYLOGFILE="C:\Users\Public\tls-ironrdp.log"</a:t>
            </a:r>
          </a:p>
        </p:txBody>
      </p:sp>
    </p:spTree>
    <p:extLst>
      <p:ext uri="{BB962C8B-B14F-4D97-AF65-F5344CB8AC3E}">
        <p14:creationId xmlns:p14="http://schemas.microsoft.com/office/powerpoint/2010/main" val="3102378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10198-DBDF-1CE9-DAAA-D7E66046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853F6-5FA9-6E35-B96B-C4C32525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Nettoyage du trafic RDP pour Wireshark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9511D4-C30E-2ACA-C611-F0CE09C9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Désactivez le transport RDP UDP:</a:t>
            </a:r>
          </a:p>
          <a:p>
            <a:pPr>
              <a:lnSpc>
                <a:spcPts val="2460"/>
              </a:lnSpc>
            </a:pPr>
            <a:r>
              <a:rPr lang="en-US" noProof="0" dirty="0"/>
              <a:t>Set-</a:t>
            </a:r>
            <a:r>
              <a:rPr lang="en-US" noProof="0" dirty="0" err="1"/>
              <a:t>ItemProperty</a:t>
            </a:r>
            <a:r>
              <a:rPr lang="en-US" noProof="0" dirty="0"/>
              <a:t> -Path 'HKLM:\SOFTWARE\Policies\Microsoft\Windows NT\Terminal Services\Client' -Name '</a:t>
            </a:r>
            <a:r>
              <a:rPr lang="en-US" noProof="0" dirty="0" err="1"/>
              <a:t>fClientDisableUDP</a:t>
            </a:r>
            <a:r>
              <a:rPr lang="en-US" noProof="0" dirty="0"/>
              <a:t>' -Value 1</a:t>
            </a:r>
            <a:endParaRPr lang="fr-FR" noProof="0" dirty="0"/>
          </a:p>
          <a:p>
            <a:pPr>
              <a:lnSpc>
                <a:spcPts val="2460"/>
              </a:lnSpc>
            </a:pPr>
            <a:r>
              <a:rPr lang="fr-FR" noProof="0" dirty="0"/>
              <a:t>DisableUDPTransport:i:0 (</a:t>
            </a:r>
            <a:r>
              <a:rPr lang="fr-FR" noProof="0" dirty="0" err="1"/>
              <a:t>MsRdpEx</a:t>
            </a:r>
            <a:r>
              <a:rPr lang="fr-FR" noProof="0" dirty="0"/>
              <a:t> </a:t>
            </a:r>
            <a:r>
              <a:rPr lang="fr-FR" noProof="0" dirty="0" err="1"/>
              <a:t>only</a:t>
            </a:r>
            <a:r>
              <a:rPr lang="fr-FR" noProof="0" dirty="0"/>
              <a:t>)</a:t>
            </a:r>
          </a:p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Désactivez la détection de bande passante automatique:</a:t>
            </a:r>
          </a:p>
          <a:p>
            <a:pPr>
              <a:lnSpc>
                <a:spcPts val="2460"/>
              </a:lnSpc>
            </a:pPr>
            <a:r>
              <a:rPr lang="fr-FR" noProof="0" dirty="0" err="1">
                <a:solidFill>
                  <a:schemeClr val="tx1"/>
                </a:solidFill>
              </a:rPr>
              <a:t>connection</a:t>
            </a:r>
            <a:r>
              <a:rPr lang="fr-FR" noProof="0" dirty="0">
                <a:solidFill>
                  <a:schemeClr val="tx1"/>
                </a:solidFill>
              </a:rPr>
              <a:t> type:i:6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networkautodetect:i:0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bandwidthautodetect:i:0</a:t>
            </a:r>
          </a:p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Désactivez la compression générique:</a:t>
            </a:r>
          </a:p>
          <a:p>
            <a:pPr>
              <a:lnSpc>
                <a:spcPts val="2460"/>
              </a:lnSpc>
            </a:pPr>
            <a:r>
              <a:rPr lang="fr-FR" noProof="0" dirty="0"/>
              <a:t>c</a:t>
            </a:r>
            <a:r>
              <a:rPr lang="fr-FR" noProof="0" dirty="0">
                <a:solidFill>
                  <a:schemeClr val="tx1"/>
                </a:solidFill>
              </a:rPr>
              <a:t>ompression:i:0</a:t>
            </a:r>
          </a:p>
        </p:txBody>
      </p:sp>
    </p:spTree>
    <p:extLst>
      <p:ext uri="{BB962C8B-B14F-4D97-AF65-F5344CB8AC3E}">
        <p14:creationId xmlns:p14="http://schemas.microsoft.com/office/powerpoint/2010/main" val="4035291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99D8-79C3-6A84-7FBA-D494D33E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F3739B-4D9B-0429-BE61-89BFD4F8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Injection des secrets TLS dans un fichier de capture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6BEFE2-E4D5-629C-CA67-988C9E563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7288033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>
                <a:solidFill>
                  <a:srgbClr val="0070C0"/>
                </a:solidFill>
              </a:rPr>
              <a:t>Dans Wireshark: Edit </a:t>
            </a:r>
            <a:r>
              <a:rPr lang="en-CA" sz="2800" b="1" dirty="0">
                <a:solidFill>
                  <a:srgbClr val="0070C0"/>
                </a:solidFill>
              </a:rPr>
              <a:t>→ Inject TLS Secrets</a:t>
            </a:r>
          </a:p>
          <a:p>
            <a:pPr marL="457200" indent="-4572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en-CA" b="1" dirty="0"/>
              <a:t>Les secrets TLS </a:t>
            </a:r>
            <a:r>
              <a:rPr lang="en-CA" b="1" dirty="0" err="1"/>
              <a:t>seront</a:t>
            </a:r>
            <a:r>
              <a:rPr lang="en-CA" b="1" dirty="0"/>
              <a:t> </a:t>
            </a:r>
            <a:r>
              <a:rPr lang="en-US" b="1" dirty="0" err="1"/>
              <a:t>inclus</a:t>
            </a:r>
            <a:r>
              <a:rPr lang="en-US" b="1" dirty="0"/>
              <a:t> dans le </a:t>
            </a:r>
            <a:r>
              <a:rPr lang="en-US" b="1" dirty="0" err="1"/>
              <a:t>fichier</a:t>
            </a:r>
            <a:r>
              <a:rPr lang="en-US" b="1" dirty="0"/>
              <a:t> .</a:t>
            </a:r>
            <a:r>
              <a:rPr lang="en-US" b="1" dirty="0" err="1"/>
              <a:t>pcapng</a:t>
            </a:r>
            <a:r>
              <a:rPr lang="en-US" b="1" dirty="0"/>
              <a:t>, </a:t>
            </a:r>
            <a:r>
              <a:rPr lang="en-US" b="1" dirty="0" err="1"/>
              <a:t>donc</a:t>
            </a:r>
            <a:r>
              <a:rPr lang="en-US" b="1" dirty="0"/>
              <a:t> il </a:t>
            </a:r>
            <a:r>
              <a:rPr lang="en-US" b="1" dirty="0" err="1"/>
              <a:t>n’est</a:t>
            </a:r>
            <a:r>
              <a:rPr lang="en-US" b="1" dirty="0"/>
              <a:t> plus necessaire </a:t>
            </a:r>
            <a:r>
              <a:rPr lang="en-US" b="1" dirty="0" err="1"/>
              <a:t>d’utiliser</a:t>
            </a:r>
            <a:r>
              <a:rPr lang="en-US" b="1" dirty="0"/>
              <a:t> le </a:t>
            </a:r>
            <a:r>
              <a:rPr lang="en-US" b="1" dirty="0" err="1"/>
              <a:t>fichier</a:t>
            </a:r>
            <a:r>
              <a:rPr lang="en-US" b="1" dirty="0"/>
              <a:t> de </a:t>
            </a:r>
            <a:r>
              <a:rPr lang="en-US" b="1" dirty="0" err="1"/>
              <a:t>journalisation</a:t>
            </a:r>
            <a:r>
              <a:rPr lang="en-US" b="1" dirty="0"/>
              <a:t> TLS</a:t>
            </a:r>
          </a:p>
          <a:p>
            <a:pPr>
              <a:lnSpc>
                <a:spcPts val="2460"/>
              </a:lnSpc>
            </a:pPr>
            <a:endParaRPr lang="en-US" sz="2800" b="1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r>
              <a:rPr lang="en-US" sz="2800" b="1" dirty="0" err="1">
                <a:solidFill>
                  <a:srgbClr val="0070C0"/>
                </a:solidFill>
              </a:rPr>
              <a:t>Alternativement</a:t>
            </a:r>
            <a:r>
              <a:rPr lang="en-US" sz="2800" b="1" dirty="0">
                <a:solidFill>
                  <a:srgbClr val="0070C0"/>
                </a:solidFill>
              </a:rPr>
              <a:t>, à la </a:t>
            </a:r>
            <a:r>
              <a:rPr lang="en-US" sz="2800" b="1" dirty="0" err="1">
                <a:solidFill>
                  <a:srgbClr val="0070C0"/>
                </a:solidFill>
              </a:rPr>
              <a:t>ligne</a:t>
            </a:r>
            <a:r>
              <a:rPr lang="en-US" sz="2800" b="1" dirty="0">
                <a:solidFill>
                  <a:srgbClr val="0070C0"/>
                </a:solidFill>
              </a:rPr>
              <a:t> de </a:t>
            </a:r>
            <a:r>
              <a:rPr lang="en-US" sz="2800" b="1" dirty="0" err="1">
                <a:solidFill>
                  <a:srgbClr val="0070C0"/>
                </a:solidFill>
              </a:rPr>
              <a:t>commande</a:t>
            </a:r>
            <a:r>
              <a:rPr lang="en-US" sz="2800" b="1" dirty="0">
                <a:solidFill>
                  <a:srgbClr val="0070C0"/>
                </a:solidFill>
              </a:rPr>
              <a:t>:</a:t>
            </a:r>
          </a:p>
          <a:p>
            <a:pPr marL="342900" indent="-3429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en-CA" b="1" dirty="0"/>
              <a:t>editcap.exe --inject-secrets "tls,tls-key.log" "</a:t>
            </a:r>
            <a:r>
              <a:rPr lang="en-CA" b="1" dirty="0" err="1"/>
              <a:t>input.pcapng</a:t>
            </a:r>
            <a:r>
              <a:rPr lang="en-CA" b="1" dirty="0"/>
              <a:t>" "</a:t>
            </a:r>
            <a:r>
              <a:rPr lang="en-CA" b="1" dirty="0" err="1"/>
              <a:t>output.pcapng</a:t>
            </a:r>
            <a:r>
              <a:rPr lang="en-CA" b="1" dirty="0"/>
              <a:t>"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30F364C-C9BC-DC44-1073-7B40A34F6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36" y="1372855"/>
            <a:ext cx="2952951" cy="49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83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35FA3-1AFD-71AB-C632-C540CCA2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AD1361-2E30-0A64-E34F-0F795CD13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Exportation du fichier de capture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7B20ED-DEF7-3EB5-7463-99897672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10269772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>
                <a:solidFill>
                  <a:srgbClr val="0070C0"/>
                </a:solidFill>
              </a:rPr>
              <a:t>Dans Wireshark: File </a:t>
            </a:r>
            <a:r>
              <a:rPr lang="en-CA" sz="2800" b="1" dirty="0">
                <a:solidFill>
                  <a:srgbClr val="0070C0"/>
                </a:solidFill>
              </a:rPr>
              <a:t>→ Export Specified Packets…</a:t>
            </a:r>
          </a:p>
          <a:p>
            <a:pPr marL="457200" indent="-4572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en-CA" b="1" dirty="0"/>
              <a:t>S</a:t>
            </a:r>
            <a:r>
              <a:rPr lang="en-US" b="1" dirty="0" err="1"/>
              <a:t>électionnez</a:t>
            </a:r>
            <a:r>
              <a:rPr lang="en-US" b="1" dirty="0"/>
              <a:t> “Displayed” pour exporter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utilisant</a:t>
            </a:r>
            <a:r>
              <a:rPr lang="en-US" b="1" dirty="0"/>
              <a:t> le </a:t>
            </a:r>
            <a:r>
              <a:rPr lang="en-US" b="1" dirty="0" err="1"/>
              <a:t>filtre</a:t>
            </a:r>
            <a:r>
              <a:rPr lang="en-US" b="1" dirty="0"/>
              <a:t> </a:t>
            </a:r>
            <a:r>
              <a:rPr lang="en-US" b="1" dirty="0" err="1"/>
              <a:t>actuel</a:t>
            </a:r>
            <a:endParaRPr lang="en-US" b="1" dirty="0"/>
          </a:p>
          <a:p>
            <a:pPr marL="457200" indent="-4572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Optionel</a:t>
            </a:r>
            <a:r>
              <a:rPr lang="en-US" b="1" dirty="0"/>
              <a:t>: </a:t>
            </a:r>
            <a:r>
              <a:rPr lang="en-US" b="1" dirty="0" err="1"/>
              <a:t>Sélectionnez</a:t>
            </a:r>
            <a:r>
              <a:rPr lang="en-US" b="1" dirty="0"/>
              <a:t> “Compress with </a:t>
            </a:r>
            <a:r>
              <a:rPr lang="en-US" b="1" dirty="0" err="1"/>
              <a:t>gzip</a:t>
            </a:r>
            <a:r>
              <a:rPr lang="en-US" b="1" dirty="0"/>
              <a:t>” pour </a:t>
            </a:r>
            <a:r>
              <a:rPr lang="en-US" b="1" dirty="0" err="1"/>
              <a:t>réduire</a:t>
            </a:r>
            <a:r>
              <a:rPr lang="en-US" b="1" dirty="0"/>
              <a:t> la taille</a:t>
            </a:r>
            <a:endParaRPr lang="en-CA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DE05DA-B281-16F1-3E0B-194406231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27" y="3081183"/>
            <a:ext cx="2456744" cy="341169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3D4DD0E-37B4-4D26-3B88-7DF643298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130" y="3081183"/>
            <a:ext cx="7386812" cy="294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09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6C73-F148-5F0E-BA7A-A4E326AB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10DEF-B4A0-41A9-7F33-CADB3AF8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Méthodes de capture sur Windows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F939E-B21A-D8AA-6407-CD4E6D9CF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 err="1">
                <a:solidFill>
                  <a:srgbClr val="0070C0"/>
                </a:solidFill>
              </a:rPr>
              <a:t>npcap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Option par défaut avec Wireshark – supporte la capture en temps réel, mais l’installation silencieuse nécessite une licence spéciale</a:t>
            </a:r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dirty="0" err="1">
                <a:solidFill>
                  <a:srgbClr val="0070C0"/>
                </a:solidFill>
              </a:rPr>
              <a:t>winpcap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Déprécié et non maintenu, mais fonctionne encore la plupart du temps</a:t>
            </a:r>
            <a:endParaRPr lang="fr-FR" noProof="0" dirty="0"/>
          </a:p>
          <a:p>
            <a:pPr>
              <a:lnSpc>
                <a:spcPts val="2460"/>
              </a:lnSpc>
            </a:pPr>
            <a:br>
              <a:rPr lang="fr-FR" b="1" noProof="0" dirty="0">
                <a:solidFill>
                  <a:schemeClr val="tx1"/>
                </a:solidFill>
              </a:rPr>
            </a:br>
            <a:r>
              <a:rPr lang="fr-FR" sz="2800" b="1" dirty="0" err="1">
                <a:solidFill>
                  <a:srgbClr val="0070C0"/>
                </a:solidFill>
              </a:rPr>
              <a:t>pktmon</a:t>
            </a:r>
            <a:r>
              <a:rPr lang="fr-FR" sz="2800" b="1" noProof="0" dirty="0">
                <a:solidFill>
                  <a:srgbClr val="0070C0"/>
                </a:solidFill>
              </a:rPr>
              <a:t>: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Outil en ligne de commande intégré à Windows, il serait parfait si seulement il supportait la capture en temps réel dans Wireshark comme </a:t>
            </a:r>
            <a:r>
              <a:rPr lang="fr-FR" noProof="0" dirty="0" err="1">
                <a:solidFill>
                  <a:schemeClr val="tx1"/>
                </a:solidFill>
              </a:rPr>
              <a:t>npcap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69704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1206-0C83-EBBB-4DF7-BC6E95AA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975DCD-20F7-6C8E-42A7-7F8315CF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Capture de paquets avec </a:t>
            </a:r>
            <a:r>
              <a:rPr lang="fr-FR" dirty="0" err="1"/>
              <a:t>pktmon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F93FF0-A9AB-31C3-C0B2-7FD2615B4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Ajout</a:t>
            </a:r>
            <a:r>
              <a:rPr lang="en-US" b="1" dirty="0">
                <a:solidFill>
                  <a:srgbClr val="0070C0"/>
                </a:solidFill>
              </a:rPr>
              <a:t> d’un </a:t>
            </a:r>
            <a:r>
              <a:rPr lang="en-US" b="1" dirty="0" err="1">
                <a:solidFill>
                  <a:srgbClr val="0070C0"/>
                </a:solidFill>
              </a:rPr>
              <a:t>filtre</a:t>
            </a:r>
            <a:r>
              <a:rPr lang="en-US" b="1" dirty="0">
                <a:solidFill>
                  <a:srgbClr val="0070C0"/>
                </a:solidFill>
              </a:rPr>
              <a:t> de capture</a:t>
            </a:r>
          </a:p>
          <a:p>
            <a:pPr lvl="1"/>
            <a:r>
              <a:rPr lang="en-US" sz="2200" dirty="0" err="1"/>
              <a:t>pktmon</a:t>
            </a:r>
            <a:r>
              <a:rPr lang="en-US" sz="2200" dirty="0"/>
              <a:t> filter add </a:t>
            </a:r>
            <a:r>
              <a:rPr lang="en-US" sz="2200" dirty="0" err="1"/>
              <a:t>RdpFilter</a:t>
            </a:r>
            <a:r>
              <a:rPr lang="en-US" sz="2200" dirty="0"/>
              <a:t> -p 3389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err="1">
                <a:solidFill>
                  <a:srgbClr val="0070C0"/>
                </a:solidFill>
              </a:rPr>
              <a:t>Démarrage</a:t>
            </a:r>
            <a:r>
              <a:rPr lang="en-US" b="1" dirty="0">
                <a:solidFill>
                  <a:srgbClr val="0070C0"/>
                </a:solidFill>
              </a:rPr>
              <a:t> de la capture</a:t>
            </a:r>
          </a:p>
          <a:p>
            <a:pPr lvl="1"/>
            <a:r>
              <a:rPr lang="en-US" sz="2200" dirty="0" err="1"/>
              <a:t>pktmon</a:t>
            </a:r>
            <a:r>
              <a:rPr lang="en-US" sz="2200" dirty="0"/>
              <a:t> start --capture --pkt-size 0 -f </a:t>
            </a:r>
            <a:r>
              <a:rPr lang="en-US" sz="2200" dirty="0" err="1"/>
              <a:t>capture.etl</a:t>
            </a:r>
            <a:endParaRPr lang="en-US" sz="2200" dirty="0"/>
          </a:p>
          <a:p>
            <a:r>
              <a:rPr lang="en-US" b="1" dirty="0" err="1">
                <a:solidFill>
                  <a:srgbClr val="0070C0"/>
                </a:solidFill>
              </a:rPr>
              <a:t>Arrêt</a:t>
            </a:r>
            <a:r>
              <a:rPr lang="en-US" b="1" dirty="0">
                <a:solidFill>
                  <a:srgbClr val="0070C0"/>
                </a:solidFill>
              </a:rPr>
              <a:t> de la capture</a:t>
            </a:r>
          </a:p>
          <a:p>
            <a:pPr lvl="1"/>
            <a:r>
              <a:rPr lang="en-US" sz="2200" dirty="0" err="1"/>
              <a:t>pktmon</a:t>
            </a:r>
            <a:r>
              <a:rPr lang="en-US" sz="2200" dirty="0"/>
              <a:t> stop</a:t>
            </a:r>
          </a:p>
          <a:p>
            <a:r>
              <a:rPr lang="en-US" b="1" dirty="0">
                <a:solidFill>
                  <a:srgbClr val="0070C0"/>
                </a:solidFill>
              </a:rPr>
              <a:t>Exportation de </a:t>
            </a:r>
            <a:r>
              <a:rPr lang="en-US" b="1" dirty="0" err="1">
                <a:solidFill>
                  <a:srgbClr val="0070C0"/>
                </a:solidFill>
              </a:rPr>
              <a:t>fichier</a:t>
            </a:r>
            <a:r>
              <a:rPr lang="en-US" b="1" dirty="0">
                <a:solidFill>
                  <a:srgbClr val="0070C0"/>
                </a:solidFill>
              </a:rPr>
              <a:t> .</a:t>
            </a:r>
            <a:r>
              <a:rPr lang="en-US" b="1" dirty="0" err="1">
                <a:solidFill>
                  <a:srgbClr val="0070C0"/>
                </a:solidFill>
              </a:rPr>
              <a:t>pcapng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r>
              <a:rPr lang="en-US" sz="2200" dirty="0" err="1"/>
              <a:t>pktmon</a:t>
            </a:r>
            <a:r>
              <a:rPr lang="en-US" sz="2200" dirty="0"/>
              <a:t> etl2pcap .\</a:t>
            </a:r>
            <a:r>
              <a:rPr lang="en-US" sz="2200" dirty="0" err="1"/>
              <a:t>capture.etl</a:t>
            </a:r>
            <a:r>
              <a:rPr lang="en-US" sz="2200" dirty="0"/>
              <a:t> -o </a:t>
            </a:r>
            <a:r>
              <a:rPr lang="en-US" sz="2200" dirty="0" err="1"/>
              <a:t>capture.pcapng</a:t>
            </a:r>
            <a:endParaRPr lang="en-US" sz="2200" dirty="0"/>
          </a:p>
          <a:p>
            <a:r>
              <a:rPr lang="en-US" b="1" dirty="0" err="1">
                <a:solidFill>
                  <a:srgbClr val="0070C0"/>
                </a:solidFill>
              </a:rPr>
              <a:t>Retrait</a:t>
            </a:r>
            <a:r>
              <a:rPr lang="en-US" b="1" dirty="0">
                <a:solidFill>
                  <a:srgbClr val="0070C0"/>
                </a:solidFill>
              </a:rPr>
              <a:t> d’un </a:t>
            </a:r>
            <a:r>
              <a:rPr lang="en-US" b="1" dirty="0" err="1">
                <a:solidFill>
                  <a:srgbClr val="0070C0"/>
                </a:solidFill>
              </a:rPr>
              <a:t>filtre</a:t>
            </a:r>
            <a:r>
              <a:rPr lang="en-US" b="1" dirty="0">
                <a:solidFill>
                  <a:srgbClr val="0070C0"/>
                </a:solidFill>
              </a:rPr>
              <a:t> de capture</a:t>
            </a:r>
          </a:p>
          <a:p>
            <a:pPr lvl="1"/>
            <a:r>
              <a:rPr lang="en-US" sz="2200" dirty="0" err="1"/>
              <a:t>pktmon</a:t>
            </a:r>
            <a:r>
              <a:rPr lang="en-US" sz="2200" dirty="0"/>
              <a:t> filter remove </a:t>
            </a:r>
            <a:r>
              <a:rPr lang="en-US" sz="2200" dirty="0" err="1"/>
              <a:t>RdpFilter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596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0691-9BA4-CEB0-CCDD-DF30E04B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A35B60-E6A1-1ABD-734A-24CC55CB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400" noProof="0" dirty="0"/>
              <a:t>Démo: captures et filtres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E9867E-7B7B-184D-C564-1F60DB712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3891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3E20-4E7D-3250-B2D6-011BC138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AB686-2B62-12B1-5E49-84AC71A51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Exemples de fichiers de capture Wireshark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982297-5678-BD36-3818-5769AD35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en-US" b="1" dirty="0">
                <a:solidFill>
                  <a:srgbClr val="0070C0"/>
                </a:solidFill>
                <a:hlinkClick r:id="rId2"/>
              </a:rPr>
              <a:t>https://github.com/awakecoding/wireshark-rdp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endParaRPr lang="fr-FR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B4AE8F2-3CBB-3F02-B2B5-9E99FC628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602" y="2252988"/>
            <a:ext cx="8777591" cy="460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81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2AEC-4E8D-0315-AD8A-90659A06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F1AE5BE-232B-EA54-4F0E-408CD6ADF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0" y="0"/>
            <a:ext cx="11352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0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CFB8-36A2-1273-FED1-DAAF2A51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C2E91CB-D451-3A98-066A-0F6AE0B82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0" y="0"/>
            <a:ext cx="11352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48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A8AF-0AA1-3FDC-A980-7CD2C226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7DA109F-2F3E-AD7C-0439-B14C6BA1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76" y="0"/>
            <a:ext cx="11352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00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C5DA-FC09-53EE-70EA-106FBF8F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6985DA4-6B20-7068-C9E3-4DECF27A8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0" y="0"/>
            <a:ext cx="11352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85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BF15-75B0-3048-58D6-CBFE4E3D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3BFF908-13EB-03CD-2CB3-239BB93B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30" y="0"/>
            <a:ext cx="11352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92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CA74-5C47-AAF6-9484-074CC701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A456A2AD-C44F-4BCF-69FB-D6281955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0" y="0"/>
            <a:ext cx="11352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1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9781-EA3C-8EC3-2A5E-0AD13E0B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64B616A-AA55-B69A-26D6-0667C6992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0" y="0"/>
            <a:ext cx="11352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93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AFE57-ABB9-C703-E16A-7673DD14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ADB45F3-2D9E-5F8A-532C-9A492E7E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0" y="0"/>
            <a:ext cx="11352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34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9B70-13FC-0F07-DCF4-EA5A3B88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22D556-D8F5-CFFE-5176-63D37B2D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400" noProof="0" dirty="0"/>
              <a:t>Spécifications de protocole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610BB7-A497-0B09-558A-E39BADA97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52931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C33B-18D2-919C-0343-07671ADA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4D60F-CC44-6452-EA4B-437E7FE19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Spécifications des protocoles Windows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B49F8E-7776-7314-0B1F-33E7DF60E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4314825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endParaRPr lang="fr-FR" sz="2400" b="1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endParaRPr lang="fr-FR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FF2C26-9308-3A7B-7DE9-044964FEE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42" y="1145969"/>
            <a:ext cx="8314734" cy="527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35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C672A-CAB8-F415-EE92-C5B3A851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B00C8-89B1-F50B-439B-83158BDE4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Téléchargement de tous les documents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F72915-3BAB-630D-1217-2A8F7971C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4314825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endParaRPr lang="fr-FR" sz="2400" b="1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0EA9D6-2C71-CA2F-9778-C2A4C6AA9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1165859"/>
            <a:ext cx="8391526" cy="532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21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DD70-DD1D-4357-C799-EE9E94D2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FDE87-A8F5-9DBA-D5FC-3325FD10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Relation entre les documents pour RDP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4B55DC-46EC-8253-3D5B-B8BD1AC81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4314825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endParaRPr lang="fr-FR" sz="2400" b="1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endParaRPr lang="fr-FR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AE026CB-3C1F-3FBD-1F54-28F97E13D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269" y="1228724"/>
            <a:ext cx="6185462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390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EB82-D5DB-0FB8-6699-42448B72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999A1-40C3-7C63-4558-0BEE3FF5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Documents principaux (1/2)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CB3D6F-4624-3992-94B3-CFF9DCB6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en-US" sz="2800" b="1" dirty="0">
                <a:solidFill>
                  <a:srgbClr val="0070C0"/>
                </a:solidFill>
              </a:rPr>
              <a:t>[MS-RDSOD]: Remote Desktop Services Protocols Overview</a:t>
            </a:r>
            <a:endParaRPr lang="fr-FR" sz="2800" b="1" noProof="0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Document de très haut niveau montrant la relation entre les nombreuses spécifications composant RDP. Une sorte de carte pour mieux s’y retrouver.</a:t>
            </a:r>
          </a:p>
          <a:p>
            <a:pPr>
              <a:lnSpc>
                <a:spcPts val="2460"/>
              </a:lnSpc>
            </a:pPr>
            <a:endParaRPr lang="fr-FR" dirty="0"/>
          </a:p>
          <a:p>
            <a:pPr>
              <a:lnSpc>
                <a:spcPts val="2460"/>
              </a:lnSpc>
            </a:pPr>
            <a:r>
              <a:rPr lang="en-US" sz="2800" b="1" noProof="0" dirty="0">
                <a:solidFill>
                  <a:srgbClr val="0070C0"/>
                </a:solidFill>
              </a:rPr>
              <a:t>[MS-RDPBCGR]: Remote Desktop Protocol: Basic Connectivity and Graphics Remoting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Le cœur de RDP, la plupart des extensions sont dans des documents qui commencent par « MS-RDP », surtout s’il s’agit d’un canal virtuel RDP</a:t>
            </a:r>
            <a:endParaRPr lang="fr-FR" sz="2400" b="1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7525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BBD3-98B0-4B67-263B-A4EF0EEA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966823-258F-FFEC-C711-32A9EB871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Documents principaux (2/2)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41A962-34CC-A50F-0297-95A65AC9E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en-US" sz="2800" b="1" noProof="0" dirty="0">
                <a:solidFill>
                  <a:srgbClr val="0070C0"/>
                </a:solidFill>
              </a:rPr>
              <a:t>[MS-CSSP]: Credential Security Support Provider (</a:t>
            </a:r>
            <a:r>
              <a:rPr lang="en-US" sz="2800" b="1" noProof="0" dirty="0" err="1">
                <a:solidFill>
                  <a:srgbClr val="0070C0"/>
                </a:solidFill>
              </a:rPr>
              <a:t>CredSSP</a:t>
            </a:r>
            <a:r>
              <a:rPr lang="en-US" sz="2800" b="1" noProof="0" dirty="0">
                <a:solidFill>
                  <a:srgbClr val="0070C0"/>
                </a:solidFill>
              </a:rPr>
              <a:t>) Protocol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Le point d’entrée pour le Network </a:t>
            </a:r>
            <a:r>
              <a:rPr lang="fr-FR" noProof="0" dirty="0" err="1">
                <a:solidFill>
                  <a:schemeClr val="tx1"/>
                </a:solidFill>
              </a:rPr>
              <a:t>Level</a:t>
            </a:r>
            <a:r>
              <a:rPr lang="fr-FR" noProof="0" dirty="0">
                <a:solidFill>
                  <a:schemeClr val="tx1"/>
                </a:solidFill>
              </a:rPr>
              <a:t> </a:t>
            </a:r>
            <a:r>
              <a:rPr lang="fr-FR" noProof="0" dirty="0" err="1">
                <a:solidFill>
                  <a:schemeClr val="tx1"/>
                </a:solidFill>
              </a:rPr>
              <a:t>Authentication</a:t>
            </a:r>
            <a:r>
              <a:rPr lang="fr-FR" noProof="0" dirty="0">
                <a:solidFill>
                  <a:schemeClr val="tx1"/>
                </a:solidFill>
              </a:rPr>
              <a:t> (NLA). Lié à MS-NLMP (NTLM), MS-KILE (Kerberos) et MS-SPNG (SPNEGO).</a:t>
            </a:r>
          </a:p>
          <a:p>
            <a:pPr>
              <a:lnSpc>
                <a:spcPts val="2460"/>
              </a:lnSpc>
            </a:pPr>
            <a:endParaRPr lang="fr-FR" dirty="0"/>
          </a:p>
          <a:p>
            <a:pPr>
              <a:lnSpc>
                <a:spcPts val="2460"/>
              </a:lnSpc>
            </a:pPr>
            <a:r>
              <a:rPr lang="en-US" sz="2800" b="1" noProof="0" dirty="0">
                <a:solidFill>
                  <a:srgbClr val="0070C0"/>
                </a:solidFill>
              </a:rPr>
              <a:t>[MS-TSGU]: Terminal Services Gateway Server Protocol</a:t>
            </a:r>
          </a:p>
          <a:p>
            <a:pPr>
              <a:lnSpc>
                <a:spcPts val="2460"/>
              </a:lnSpc>
            </a:pPr>
            <a:r>
              <a:rPr lang="fr-FR" noProof="0" dirty="0">
                <a:solidFill>
                  <a:schemeClr val="tx1"/>
                </a:solidFill>
              </a:rPr>
              <a:t>Le protocole de tunneling du </a:t>
            </a:r>
            <a:r>
              <a:rPr lang="fr-FR" noProof="0" dirty="0" err="1">
                <a:solidFill>
                  <a:schemeClr val="tx1"/>
                </a:solidFill>
              </a:rPr>
              <a:t>Remote</a:t>
            </a:r>
            <a:r>
              <a:rPr lang="fr-FR" noProof="0" dirty="0">
                <a:solidFill>
                  <a:schemeClr val="tx1"/>
                </a:solidFill>
              </a:rPr>
              <a:t> Desktop Gateway (RD Gateway)</a:t>
            </a:r>
            <a:endParaRPr lang="fr-FR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716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60F6-07A3-C03E-B377-E90F42E7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7DE5B-1402-F404-915B-380048CE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400" noProof="0" dirty="0"/>
              <a:t>Analyse dans </a:t>
            </a:r>
            <a:r>
              <a:rPr lang="fr-FR" sz="6400" noProof="0" dirty="0" err="1"/>
              <a:t>ChatGPT</a:t>
            </a:r>
            <a:endParaRPr lang="fr-FR" sz="6400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9C8FD0-604D-113C-1AE9-85D288BE1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162755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41B3-A447-D822-3CCF-80FA6227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9E91D3-E3FF-A557-697B-4BB96153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Exportation de la capture </a:t>
            </a:r>
            <a:r>
              <a:rPr lang="fr-FR" dirty="0"/>
              <a:t>vers un fichier texte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AE0A6C-947C-FF9D-D8B2-B59388587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6727166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>
                <a:solidFill>
                  <a:srgbClr val="0070C0"/>
                </a:solidFill>
              </a:rPr>
              <a:t>Dans Wireshark: File </a:t>
            </a:r>
            <a:r>
              <a:rPr lang="en-CA" sz="2800" b="1" dirty="0">
                <a:solidFill>
                  <a:srgbClr val="0070C0"/>
                </a:solidFill>
              </a:rPr>
              <a:t>→ Export Packet Dissections → As Plain Text…</a:t>
            </a:r>
          </a:p>
          <a:p>
            <a:pPr marL="457200" indent="-4572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en-CA" b="1" dirty="0"/>
              <a:t>S</a:t>
            </a:r>
            <a:r>
              <a:rPr lang="en-US" b="1" dirty="0" err="1"/>
              <a:t>électionnez</a:t>
            </a:r>
            <a:r>
              <a:rPr lang="en-US" b="1" dirty="0"/>
              <a:t> “All expanded” sous “Details” pour </a:t>
            </a:r>
            <a:r>
              <a:rPr lang="en-US" b="1" dirty="0" err="1"/>
              <a:t>inclure</a:t>
            </a:r>
            <a:r>
              <a:rPr lang="en-US" b="1" dirty="0"/>
              <a:t> </a:t>
            </a:r>
            <a:r>
              <a:rPr lang="en-US" b="1" dirty="0" err="1"/>
              <a:t>l’information</a:t>
            </a:r>
            <a:r>
              <a:rPr lang="en-US" b="1" dirty="0"/>
              <a:t> </a:t>
            </a:r>
            <a:r>
              <a:rPr lang="en-US" b="1" dirty="0" err="1"/>
              <a:t>détaillée</a:t>
            </a:r>
            <a:endParaRPr lang="en-US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50ED0D9-98C4-877D-8A57-65B9D24C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568" y="1240046"/>
            <a:ext cx="4133333" cy="375238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72ACECD-087E-692A-EFC7-5F0581E60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9" y="3206713"/>
            <a:ext cx="7476190" cy="3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602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99630-9484-2A14-DB37-C386A312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2AD7F-A05C-6B99-61A6-CF906D92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Importation du fichier de capture à analyser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1E1CF-0360-E6C6-DFC3-E15810483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5240696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noProof="0" dirty="0">
                <a:solidFill>
                  <a:srgbClr val="0070C0"/>
                </a:solidFill>
              </a:rPr>
              <a:t>Dans </a:t>
            </a:r>
            <a:r>
              <a:rPr lang="fr-FR" sz="2800" b="1" noProof="0" dirty="0" err="1">
                <a:solidFill>
                  <a:srgbClr val="0070C0"/>
                </a:solidFill>
              </a:rPr>
              <a:t>ChatGPT</a:t>
            </a:r>
            <a:r>
              <a:rPr lang="fr-FR" sz="2800" b="1" noProof="0" dirty="0">
                <a:solidFill>
                  <a:srgbClr val="0070C0"/>
                </a:solidFill>
              </a:rPr>
              <a:t> (ou autre), téléversez le fichier texte</a:t>
            </a:r>
          </a:p>
          <a:p>
            <a:pPr>
              <a:lnSpc>
                <a:spcPts val="2460"/>
              </a:lnSpc>
            </a:pPr>
            <a:endParaRPr lang="fr-FR" sz="2800" b="1" noProof="0" dirty="0">
              <a:solidFill>
                <a:srgbClr val="0070C0"/>
              </a:solidFill>
            </a:endParaRPr>
          </a:p>
          <a:p>
            <a:pPr>
              <a:lnSpc>
                <a:spcPts val="2460"/>
              </a:lnSpc>
            </a:pPr>
            <a:r>
              <a:rPr lang="fr-FR" sz="2800" b="1" noProof="0" dirty="0"/>
              <a:t>Attention: l’analyse de fichiers volumineux nécessite la version payante pour avoir une fenêtre de contexte suffisante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808E236-CBB4-DDDD-24D9-D238BC095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105" y="1164656"/>
            <a:ext cx="5975843" cy="557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643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6D9A-BBB2-2F57-DA40-410A924F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A63E74-03F3-198F-6266-7AF1BAC0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Questions à poser à </a:t>
            </a:r>
            <a:r>
              <a:rPr lang="fr-FR" noProof="0" dirty="0" err="1"/>
              <a:t>ChatGPT</a:t>
            </a:r>
            <a:r>
              <a:rPr lang="fr-FR" noProof="0" dirty="0"/>
              <a:t> (1/2)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0F18D7-B645-5C60-B5E4-6EEB23E01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CA" sz="2800" b="1" dirty="0"/>
              <a:t>« Analyse cette connexion RDP comme si j'étais Marc-André Moreau de Devolutions »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/>
              <a:t>« Peux-tu me faire la liste des </a:t>
            </a:r>
            <a:r>
              <a:rPr lang="fr-CA" sz="2800" b="1" dirty="0" err="1"/>
              <a:t>virtual</a:t>
            </a:r>
            <a:r>
              <a:rPr lang="fr-CA" sz="2800" b="1" dirty="0"/>
              <a:t> channels, avec leurs identifiants et les documents de spécification associés? »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/>
              <a:t>«  Quelles informations envoyées par le client révèlent des détails de la machine utilisée pour se connecter? »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/>
              <a:t>«  Peux-tu deviner quelle version de Windows est utilisée par le serveur RDP? »</a:t>
            </a:r>
          </a:p>
        </p:txBody>
      </p:sp>
    </p:spTree>
    <p:extLst>
      <p:ext uri="{BB962C8B-B14F-4D97-AF65-F5344CB8AC3E}">
        <p14:creationId xmlns:p14="http://schemas.microsoft.com/office/powerpoint/2010/main" val="2217667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CB73-5D7B-33B2-A196-F70004A9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4E4E3-F144-1F33-930E-E0297D13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Questions à poser à </a:t>
            </a:r>
            <a:r>
              <a:rPr lang="fr-FR" noProof="0" dirty="0" err="1"/>
              <a:t>ChatGPT</a:t>
            </a:r>
            <a:r>
              <a:rPr lang="fr-FR" noProof="0" dirty="0"/>
              <a:t> (2/2)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179976-C41E-69E5-DC3C-D0081F495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CA" sz="2800" b="1" dirty="0"/>
              <a:t>« Quel paquet de la capture contient l'information sur le fuseau horaire du client? »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/>
              <a:t>«  Est-ce que le presse-papier a été utilisé pour copier/coller quelque chose durant la connexion?»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/>
              <a:t>«  Quelle licence RDP a été attribuée ou validée lors de l'établissement de la connexion? »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/>
              <a:t>« Est-ce que la redirection de système de fichiers a été utilisée, et si oui, comment? »</a:t>
            </a:r>
          </a:p>
        </p:txBody>
      </p:sp>
    </p:spTree>
    <p:extLst>
      <p:ext uri="{BB962C8B-B14F-4D97-AF65-F5344CB8AC3E}">
        <p14:creationId xmlns:p14="http://schemas.microsoft.com/office/powerpoint/2010/main" val="3456086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10B47-6C41-4BD9-14C7-FAFC3DBE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55A51-8FDD-D163-E004-B1DB9BD3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Exportation de la capture </a:t>
            </a:r>
            <a:r>
              <a:rPr lang="fr-FR" dirty="0"/>
              <a:t>vers un fichier JSON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3A81C4-90E9-9180-85AE-279BC4A79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6727166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FR" sz="2800" b="1" dirty="0">
                <a:solidFill>
                  <a:srgbClr val="0070C0"/>
                </a:solidFill>
              </a:rPr>
              <a:t>Dans Wireshark: File </a:t>
            </a:r>
            <a:r>
              <a:rPr lang="en-CA" sz="2800" b="1" dirty="0">
                <a:solidFill>
                  <a:srgbClr val="0070C0"/>
                </a:solidFill>
              </a:rPr>
              <a:t>→ Export Packet Dissections → As JSON…</a:t>
            </a:r>
          </a:p>
          <a:p>
            <a:pPr marL="457200" indent="-4572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en-CA" b="1" dirty="0"/>
              <a:t>Le JSON </a:t>
            </a:r>
            <a:r>
              <a:rPr lang="en-CA" b="1" dirty="0" err="1"/>
              <a:t>facilite</a:t>
            </a:r>
            <a:r>
              <a:rPr lang="en-CA" b="1" dirty="0"/>
              <a:t> </a:t>
            </a:r>
            <a:r>
              <a:rPr lang="en-CA" b="1" dirty="0" err="1"/>
              <a:t>l’extraction</a:t>
            </a:r>
            <a:r>
              <a:rPr lang="en-CA" b="1" dirty="0"/>
              <a:t> de données</a:t>
            </a:r>
          </a:p>
          <a:p>
            <a:pPr marL="1143000" lvl="1" indent="-457200">
              <a:lnSpc>
                <a:spcPts val="2460"/>
              </a:lnSpc>
            </a:pPr>
            <a:r>
              <a:rPr lang="en-CA" b="1" dirty="0"/>
              <a:t>Dans un script PowerShell</a:t>
            </a:r>
          </a:p>
          <a:p>
            <a:pPr marL="1143000" lvl="1" indent="-457200">
              <a:lnSpc>
                <a:spcPts val="2460"/>
              </a:lnSpc>
            </a:pPr>
            <a:r>
              <a:rPr lang="en-CA" b="1" dirty="0"/>
              <a:t>Ou </a:t>
            </a:r>
            <a:r>
              <a:rPr lang="en-CA" b="1" dirty="0" err="1"/>
              <a:t>même</a:t>
            </a:r>
            <a:r>
              <a:rPr lang="en-CA" b="1" dirty="0"/>
              <a:t> avec ChatGPT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40FD1D-D1D1-0F49-DE3B-9A4DBAFA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805" y="1491865"/>
            <a:ext cx="4600822" cy="460082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A1B00A4-D068-452A-320E-7B49C3A3D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9" y="3918443"/>
            <a:ext cx="6950813" cy="168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342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EA52-BF83-532A-2BBC-379D1742B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026CF7-EFF2-0D26-E66C-6996A8D6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Exemple: analyse d’évènements de clavier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87ACE8-0D8A-8A56-1B90-927C9EC82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ts val="2460"/>
              </a:lnSpc>
              <a:buFont typeface="+mj-lt"/>
              <a:buAutoNum type="arabicPeriod"/>
            </a:pPr>
            <a:r>
              <a:rPr lang="fr-CA" sz="2800" b="1" dirty="0"/>
              <a:t>Ouvrez le fichier « rdp-vmconnect-local-basic-session-mode1.pcapng »</a:t>
            </a:r>
          </a:p>
          <a:p>
            <a:pPr marL="514350" indent="-514350">
              <a:lnSpc>
                <a:spcPts val="2460"/>
              </a:lnSpc>
              <a:buFont typeface="+mj-lt"/>
              <a:buAutoNum type="arabicPeriod"/>
            </a:pPr>
            <a:r>
              <a:rPr lang="fr-CA" sz="2800" b="1" dirty="0"/>
              <a:t>Utilisez le filtre « </a:t>
            </a:r>
            <a:r>
              <a:rPr lang="fr-CA" sz="2800" b="1" dirty="0" err="1"/>
              <a:t>rdp_drdynvc.channelId</a:t>
            </a:r>
            <a:r>
              <a:rPr lang="fr-CA" sz="2800" b="1" dirty="0"/>
              <a:t> == 9 »</a:t>
            </a:r>
          </a:p>
          <a:p>
            <a:pPr marL="514350" indent="-514350">
              <a:lnSpc>
                <a:spcPts val="2460"/>
              </a:lnSpc>
              <a:buFont typeface="+mj-lt"/>
              <a:buAutoNum type="arabicPeriod"/>
            </a:pPr>
            <a:r>
              <a:rPr lang="fr-CA" sz="2800" b="1" dirty="0"/>
              <a:t>Remarquez les champs « </a:t>
            </a:r>
            <a:r>
              <a:rPr lang="fr-CA" sz="2800" b="1" dirty="0" err="1"/>
              <a:t>rdp_drdynvc.data</a:t>
            </a:r>
            <a:r>
              <a:rPr lang="fr-CA" sz="2800" b="1" dirty="0"/>
              <a:t> »</a:t>
            </a:r>
          </a:p>
          <a:p>
            <a:pPr marL="514350" indent="-514350">
              <a:lnSpc>
                <a:spcPts val="2460"/>
              </a:lnSpc>
              <a:buFont typeface="+mj-lt"/>
              <a:buAutoNum type="arabicPeriod"/>
            </a:pPr>
            <a:r>
              <a:rPr lang="fr-CA" sz="2800" b="1" dirty="0"/>
              <a:t>Exportez la capture dans un fichier « </a:t>
            </a:r>
            <a:r>
              <a:rPr lang="fr-CA" sz="2800" b="1" dirty="0" err="1"/>
              <a:t>coreinput.json</a:t>
            </a:r>
            <a:r>
              <a:rPr lang="fr-CA" sz="2800" b="1" dirty="0"/>
              <a:t> »</a:t>
            </a:r>
          </a:p>
          <a:p>
            <a:pPr marL="514350" indent="-514350">
              <a:lnSpc>
                <a:spcPts val="2460"/>
              </a:lnSpc>
              <a:buFont typeface="+mj-lt"/>
              <a:buAutoNum type="arabicPeriod"/>
            </a:pPr>
            <a:r>
              <a:rPr lang="fr-CA" sz="2800" b="1" dirty="0"/>
              <a:t>Trouvez le document de spécification correspondant au canal virtuel « Microsoft::Windows::RDS::</a:t>
            </a:r>
            <a:r>
              <a:rPr lang="fr-CA" sz="2800" b="1" dirty="0" err="1"/>
              <a:t>CoreInput</a:t>
            </a:r>
            <a:r>
              <a:rPr lang="fr-CA" sz="2800" b="1" dirty="0"/>
              <a:t> »</a:t>
            </a:r>
          </a:p>
          <a:p>
            <a:pPr marL="514350" indent="-514350">
              <a:lnSpc>
                <a:spcPts val="2460"/>
              </a:lnSpc>
              <a:buFont typeface="+mj-lt"/>
              <a:buAutoNum type="arabicPeriod"/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>
                <a:hlinkClick r:id="rId2"/>
              </a:rPr>
              <a:t>[MS-RDPECI]: </a:t>
            </a:r>
            <a:r>
              <a:rPr lang="fr-CA" sz="2800" b="1" dirty="0" err="1">
                <a:hlinkClick r:id="rId2"/>
              </a:rPr>
              <a:t>Remote</a:t>
            </a:r>
            <a:r>
              <a:rPr lang="fr-CA" sz="2800" b="1" dirty="0">
                <a:hlinkClick r:id="rId2"/>
              </a:rPr>
              <a:t> Desktop Protocol: </a:t>
            </a:r>
            <a:r>
              <a:rPr lang="fr-CA" sz="2800" b="1" dirty="0" err="1">
                <a:hlinkClick r:id="rId2"/>
              </a:rPr>
              <a:t>Core</a:t>
            </a:r>
            <a:r>
              <a:rPr lang="fr-CA" sz="2800" b="1" dirty="0">
                <a:hlinkClick r:id="rId2"/>
              </a:rPr>
              <a:t> Input Virtual Channel Extension</a:t>
            </a:r>
            <a:endParaRPr lang="fr-CA" sz="2800" b="1" dirty="0"/>
          </a:p>
        </p:txBody>
      </p:sp>
    </p:spTree>
    <p:extLst>
      <p:ext uri="{BB962C8B-B14F-4D97-AF65-F5344CB8AC3E}">
        <p14:creationId xmlns:p14="http://schemas.microsoft.com/office/powerpoint/2010/main" val="3848686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CC4C-D7AE-CF9A-E94C-AE259429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756D454-EC6B-746F-2A98-B203E723A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4" y="32657"/>
            <a:ext cx="10316585" cy="667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552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5D71-29B8-DE6B-29B6-B6632A97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2F91F-AD28-67B4-9F10-57D667FE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Extraction des messages </a:t>
            </a:r>
            <a:r>
              <a:rPr lang="fr-FR" noProof="0" dirty="0" err="1"/>
              <a:t>CoreInput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FED0E8-B10E-7518-B18C-6147B649F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fr-CA" sz="2800" b="1" dirty="0"/>
              <a:t>Wireshark n’a pas de « </a:t>
            </a:r>
            <a:r>
              <a:rPr lang="fr-CA" sz="2800" b="1" dirty="0" err="1"/>
              <a:t>dissector</a:t>
            </a:r>
            <a:r>
              <a:rPr lang="fr-CA" sz="2800" b="1" dirty="0"/>
              <a:t> » pour analyser les messages </a:t>
            </a:r>
            <a:r>
              <a:rPr lang="fr-CA" sz="2800" b="1" dirty="0" err="1"/>
              <a:t>CoreInput</a:t>
            </a:r>
            <a:r>
              <a:rPr lang="fr-CA" sz="2800" b="1" dirty="0"/>
              <a:t>, on a donc seulement les octets</a:t>
            </a:r>
          </a:p>
          <a:p>
            <a:pPr marL="457200" indent="-457200">
              <a:lnSpc>
                <a:spcPts val="2460"/>
              </a:lnSpc>
              <a:buFont typeface="Arial" panose="020B0604020202020204" pitchFamily="34" charset="0"/>
              <a:buChar char="•"/>
            </a:pPr>
            <a:r>
              <a:rPr lang="fr-CA" sz="2800" b="1" dirty="0"/>
              <a:t>Solution: extraire les octets des messages </a:t>
            </a:r>
            <a:r>
              <a:rPr lang="fr-CA" sz="2800" b="1" dirty="0" err="1"/>
              <a:t>CoreInput</a:t>
            </a:r>
            <a:r>
              <a:rPr lang="fr-CA" sz="2800" b="1" dirty="0"/>
              <a:t> pour une analyse approfondie manuelle: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610731-9295-20C1-E612-3FD9807EE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28" y="3186682"/>
            <a:ext cx="7645343" cy="317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832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7562D-F4C5-225A-B50D-9FB7F7DF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F1EBF9-210F-6A7A-017A-145D7276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Analyse préliminaire des messages </a:t>
            </a:r>
            <a:r>
              <a:rPr lang="fr-FR" noProof="0" dirty="0" err="1"/>
              <a:t>CoreInput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E74551-3BAA-65C0-7F20-A187CE7A0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CA" sz="2800" b="1" dirty="0">
                <a:hlinkClick r:id="rId2"/>
              </a:rPr>
              <a:t>RDP_CORE_INPUT_HEADER</a:t>
            </a:r>
            <a:endParaRPr lang="fr-CA" sz="2800" b="1" dirty="0"/>
          </a:p>
          <a:p>
            <a:pPr>
              <a:lnSpc>
                <a:spcPts val="2460"/>
              </a:lnSpc>
            </a:pPr>
            <a:br>
              <a:rPr lang="fr-CA" sz="2800" b="1" dirty="0"/>
            </a:b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b4 06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00 13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</a:t>
            </a: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df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06 36 00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01 13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</a:t>
            </a: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ee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06 36 00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00 18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48 07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01 18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75 07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00 18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d1 07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01 18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</a:t>
            </a: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ed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07 36 00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00 14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03 03 02 00 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65 08 36 00 </a:t>
            </a:r>
            <a:r>
              <a:rPr lang="fr-CA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01 14</a:t>
            </a:r>
          </a:p>
        </p:txBody>
      </p:sp>
    </p:spTree>
    <p:extLst>
      <p:ext uri="{BB962C8B-B14F-4D97-AF65-F5344CB8AC3E}">
        <p14:creationId xmlns:p14="http://schemas.microsoft.com/office/powerpoint/2010/main" val="14439690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4437D-BCD8-B226-B422-8B033781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574F22-F528-A198-4E61-9849801F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Analyse manuelle d’un message </a:t>
            </a:r>
            <a:r>
              <a:rPr lang="fr-FR" noProof="0" dirty="0" err="1"/>
              <a:t>CoreInput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81613C-BC52-5969-2546-1DDA28B9A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03 // signature (3)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03 // </a:t>
            </a: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pduType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(3), </a:t>
            </a:r>
            <a:r>
              <a:rPr lang="en-US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PDUTYPE_CS_KEYBOARD_AND_MOUSE_INPUT</a:t>
            </a:r>
            <a:endParaRPr lang="fr-CA" sz="28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ts val="2460"/>
              </a:lnSpc>
            </a:pP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02 // </a:t>
            </a: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eventCount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(2)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00 // </a:t>
            </a: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padding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(0)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c0 b4 06 36 00 // TS_QOE_INPUT_TIMESTAMP_EVENT</a:t>
            </a:r>
          </a:p>
          <a:p>
            <a:pPr>
              <a:lnSpc>
                <a:spcPts val="2460"/>
              </a:lnSpc>
            </a:pP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00 13 // TS_KEYBOARD_EVENT</a:t>
            </a:r>
          </a:p>
          <a:p>
            <a:pPr>
              <a:lnSpc>
                <a:spcPts val="2460"/>
              </a:lnSpc>
            </a:pPr>
            <a:endParaRPr lang="fr-CA" sz="28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ts val="2460"/>
              </a:lnSpc>
            </a:pP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Flags: 00 (key down)</a:t>
            </a:r>
          </a:p>
          <a:p>
            <a:pPr>
              <a:lnSpc>
                <a:spcPts val="2460"/>
              </a:lnSpc>
            </a:pP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Keycode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: 0x13 (19), </a:t>
            </a:r>
            <a:r>
              <a:rPr lang="fr-CA" sz="28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scancode</a:t>
            </a:r>
            <a:r>
              <a:rPr lang="fr-CA" sz="2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pour la touche ‘R’</a:t>
            </a:r>
          </a:p>
        </p:txBody>
      </p:sp>
    </p:spTree>
    <p:extLst>
      <p:ext uri="{BB962C8B-B14F-4D97-AF65-F5344CB8AC3E}">
        <p14:creationId xmlns:p14="http://schemas.microsoft.com/office/powerpoint/2010/main" val="2702404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7754-DCA1-54C4-06F2-50117C601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07A0F5-7872-1949-3E0D-BB14876F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Extraction des codes de touches de clavier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0EE8495-862E-AC8D-F479-8DC7CD6F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37" y="1438604"/>
            <a:ext cx="6099058" cy="451899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F7B10A-DB01-6D0D-88CF-1A482CE29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295" y="1416474"/>
            <a:ext cx="3909219" cy="454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626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2560-6CEB-874F-FE28-C701405F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F44988-DCC6-BD77-EF61-2F4A4844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Identification des touches (1/3)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DC3ACC-327E-0DFD-152B-D6D792F11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5"/>
            <a:ext cx="6447356" cy="4393092"/>
          </a:xfrm>
        </p:spPr>
        <p:txBody>
          <a:bodyPr>
            <a:normAutofit/>
          </a:bodyPr>
          <a:lstStyle/>
          <a:p>
            <a:pPr>
              <a:lnSpc>
                <a:spcPts val="2460"/>
              </a:lnSpc>
            </a:pPr>
            <a:r>
              <a:rPr lang="fr-CA" sz="2800" b="1" dirty="0"/>
              <a:t>Les </a:t>
            </a:r>
            <a:r>
              <a:rPr lang="fr-CA" sz="2800" b="1" dirty="0" err="1"/>
              <a:t>scancodes</a:t>
            </a:r>
            <a:r>
              <a:rPr lang="fr-CA" sz="2800" b="1" dirty="0"/>
              <a:t> utilisés sont pour un clavier type « 4 » standard. Vous ne pouvez pas facilement le deviner, mais la table se trouve dans </a:t>
            </a:r>
            <a:r>
              <a:rPr lang="fr-CA" sz="2800" b="1" dirty="0" err="1"/>
              <a:t>FreeRDP</a:t>
            </a:r>
            <a:r>
              <a:rPr lang="fr-CA" sz="2800" b="1" dirty="0"/>
              <a:t> (</a:t>
            </a:r>
            <a:r>
              <a:rPr lang="fr-CA" sz="2800" b="1" dirty="0" err="1"/>
              <a:t>input.h</a:t>
            </a:r>
            <a:r>
              <a:rPr lang="fr-CA" sz="2800" b="1" dirty="0"/>
              <a:t>)</a:t>
            </a:r>
          </a:p>
          <a:p>
            <a:pPr>
              <a:lnSpc>
                <a:spcPts val="2460"/>
              </a:lnSpc>
            </a:pPr>
            <a:endParaRPr lang="fr-CA" sz="2800" b="1" dirty="0"/>
          </a:p>
          <a:p>
            <a:pPr>
              <a:lnSpc>
                <a:spcPts val="2460"/>
              </a:lnSpc>
            </a:pPr>
            <a:r>
              <a:rPr lang="fr-CA" sz="2800" b="1" dirty="0"/>
              <a:t>Dans </a:t>
            </a:r>
            <a:r>
              <a:rPr lang="fr-CA" sz="2800" b="1" dirty="0" err="1"/>
              <a:t>ChatGPT</a:t>
            </a:r>
            <a:r>
              <a:rPr lang="fr-CA" sz="2800" b="1" dirty="0"/>
              <a:t>:</a:t>
            </a:r>
          </a:p>
          <a:p>
            <a:pPr>
              <a:lnSpc>
                <a:spcPts val="2460"/>
              </a:lnSpc>
            </a:pPr>
            <a:r>
              <a:rPr lang="fr-CA" sz="2800" b="1" dirty="0"/>
              <a:t>«  les codes de touches sont des </a:t>
            </a:r>
            <a:r>
              <a:rPr lang="fr-CA" sz="2800" b="1" dirty="0" err="1"/>
              <a:t>virtual</a:t>
            </a:r>
            <a:r>
              <a:rPr lang="fr-CA" sz="2800" b="1" dirty="0"/>
              <a:t> </a:t>
            </a:r>
            <a:r>
              <a:rPr lang="fr-CA" sz="2800" b="1" dirty="0" err="1"/>
              <a:t>scancodes</a:t>
            </a:r>
            <a:r>
              <a:rPr lang="fr-CA" sz="2800" b="1" dirty="0"/>
              <a:t> de type 4. utilise la table suivante pour trouver les </a:t>
            </a:r>
            <a:r>
              <a:rPr lang="fr-CA" sz="2800" b="1" dirty="0" err="1"/>
              <a:t>virtual</a:t>
            </a:r>
            <a:r>
              <a:rPr lang="fr-CA" sz="2800" b="1" dirty="0"/>
              <a:t> key codes correspondants: »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99A0383-470A-35E1-A3BF-117E3D75D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710" y="1751192"/>
            <a:ext cx="4717368" cy="389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490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7FFF-1580-26C1-164A-39F4EC38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EDFE8-EE4C-6DBC-8A51-B400E44B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Identification des touches (2/</a:t>
            </a:r>
            <a:r>
              <a:rPr lang="fr-FR" dirty="0"/>
              <a:t>3</a:t>
            </a:r>
            <a:r>
              <a:rPr lang="fr-FR" noProof="0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36935C-0B3D-1409-35AA-39AAC6E5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67" y="1570571"/>
            <a:ext cx="8809534" cy="44915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C950AE5-5A05-2CD1-5584-96E7489F4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997" y="2125965"/>
            <a:ext cx="4069003" cy="338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946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D9477-8BC8-7BDA-30C8-ABD0FDA7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BC9B9-0EF5-15A0-B48A-F22A5624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Identification des touches (3/3)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40203EC-5638-D910-A5FE-0FD51A0AE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0" y="1641126"/>
            <a:ext cx="11345659" cy="406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453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E3C89-5BF1-518F-3CAC-E0A129005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2E6CE-E869-0CBF-2CD7-6E6B87B3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400" noProof="0" dirty="0"/>
              <a:t>Questions?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AFF0CA-4527-25F5-0375-9B065E70A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39415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7797B6EC-5A3A-AB18-B3A5-F28232435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34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6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5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2314</Words>
  <Application>Microsoft Office PowerPoint</Application>
  <PresentationFormat>Grand écran</PresentationFormat>
  <Paragraphs>264</Paragraphs>
  <Slides>61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6</vt:i4>
      </vt:variant>
      <vt:variant>
        <vt:lpstr>Titres des diapositives</vt:lpstr>
      </vt:variant>
      <vt:variant>
        <vt:i4>61</vt:i4>
      </vt:variant>
    </vt:vector>
  </HeadingPairs>
  <TitlesOfParts>
    <vt:vector size="72" baseType="lpstr">
      <vt:lpstr>Aptos</vt:lpstr>
      <vt:lpstr>Aptos Display</vt:lpstr>
      <vt:lpstr>Arial</vt:lpstr>
      <vt:lpstr>Cascadia Mono</vt:lpstr>
      <vt:lpstr>Open Sans</vt:lpstr>
      <vt:lpstr>1_Thème Office</vt:lpstr>
      <vt:lpstr>2_Thème Office</vt:lpstr>
      <vt:lpstr>6_Thème Office</vt:lpstr>
      <vt:lpstr>3_Thème Office</vt:lpstr>
      <vt:lpstr>4_Thème Office</vt:lpstr>
      <vt:lpstr>5_Thème Office</vt:lpstr>
      <vt:lpstr>Déchiffrement et analyse du trafic RDP dans Wireshark</vt:lpstr>
      <vt:lpstr>Survol des méthodes</vt:lpstr>
      <vt:lpstr>Journalisation des secrets TLS « pre-master »</vt:lpstr>
      <vt:lpstr>Méthode d’extraction des secrets de LSA (références)</vt:lpstr>
      <vt:lpstr>Journalisation des paquets au niveau de l’application</vt:lpstr>
      <vt:lpstr>Relai réseau avec inspection TLS (« MITM proxy »)</vt:lpstr>
      <vt:lpstr>Utilisation de la clé privée RSA du serveur</vt:lpstr>
      <vt:lpstr>Résumé des techniques de déchiffrement TLS</vt:lpstr>
      <vt:lpstr>Capture locale</vt:lpstr>
      <vt:lpstr>Démarrage rapide - prérequis</vt:lpstr>
      <vt:lpstr>Laboratoire Hyper-V (Optionnel)</vt:lpstr>
      <vt:lpstr>Initialisation de la machine Windows de test</vt:lpstr>
      <vt:lpstr>Journalisation des secrets TLS à partir de LSA (SChannel)</vt:lpstr>
      <vt:lpstr>Installation de Wireshark</vt:lpstr>
      <vt:lpstr>Configuration des préférences TLS dans Wireshark</vt:lpstr>
      <vt:lpstr>Démarrage de la capture de paquets dans Wireshark</vt:lpstr>
      <vt:lpstr>Capture en temps réel du trafic RDP dans Wireshark</vt:lpstr>
      <vt:lpstr>Dépôts GitHub utiles</vt:lpstr>
      <vt:lpstr>Capture à distance</vt:lpstr>
      <vt:lpstr>Pousser plus loin - prérequis</vt:lpstr>
      <vt:lpstr>Journalisation des secrets TLS à distance</vt:lpstr>
      <vt:lpstr>Journalisation des secrets TLS de sources multiples</vt:lpstr>
      <vt:lpstr>Journalisation des secrets TLS sans SChannel</vt:lpstr>
      <vt:lpstr>Nettoyage du trafic RDP pour Wireshark</vt:lpstr>
      <vt:lpstr>Injection des secrets TLS dans un fichier de capture</vt:lpstr>
      <vt:lpstr>Exportation du fichier de capture</vt:lpstr>
      <vt:lpstr>Méthodes de capture sur Windows</vt:lpstr>
      <vt:lpstr>Capture de paquets avec pktmon</vt:lpstr>
      <vt:lpstr>Démo: captures et filtres</vt:lpstr>
      <vt:lpstr>Exemples de fichiers de capture Wireshark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Spécifications de protocole</vt:lpstr>
      <vt:lpstr>Spécifications des protocoles Windows</vt:lpstr>
      <vt:lpstr>Téléchargement de tous les documents</vt:lpstr>
      <vt:lpstr>Relation entre les documents pour RDP</vt:lpstr>
      <vt:lpstr>Documents principaux (1/2)</vt:lpstr>
      <vt:lpstr>Documents principaux (2/2)</vt:lpstr>
      <vt:lpstr>Analyse dans ChatGPT</vt:lpstr>
      <vt:lpstr>Exportation de la capture vers un fichier texte</vt:lpstr>
      <vt:lpstr>Importation du fichier de capture à analyser</vt:lpstr>
      <vt:lpstr>Questions à poser à ChatGPT (1/2)</vt:lpstr>
      <vt:lpstr>Questions à poser à ChatGPT (2/2)</vt:lpstr>
      <vt:lpstr>Exportation de la capture vers un fichier JSON</vt:lpstr>
      <vt:lpstr>Exemple: analyse d’évènements de clavier</vt:lpstr>
      <vt:lpstr>Présentation PowerPoint</vt:lpstr>
      <vt:lpstr>Extraction des messages CoreInput</vt:lpstr>
      <vt:lpstr>Analyse préliminaire des messages CoreInput</vt:lpstr>
      <vt:lpstr>Analyse manuelle d’un message CoreInput</vt:lpstr>
      <vt:lpstr>Extraction des codes de touches de clavier</vt:lpstr>
      <vt:lpstr>Identification des touches (1/3)</vt:lpstr>
      <vt:lpstr>Identification des touches (2/3)</vt:lpstr>
      <vt:lpstr>Identification des touches (3/3)</vt:lpstr>
      <vt:lpstr>Questions?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Payette</dc:creator>
  <cp:lastModifiedBy>Marc-André Moreau</cp:lastModifiedBy>
  <cp:revision>4</cp:revision>
  <dcterms:created xsi:type="dcterms:W3CDTF">2025-03-24T13:39:31Z</dcterms:created>
  <dcterms:modified xsi:type="dcterms:W3CDTF">2025-06-02T01:42:25Z</dcterms:modified>
</cp:coreProperties>
</file>